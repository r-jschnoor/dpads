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6" r:id="rId20"/>
    <p:sldId id="274" r:id="rId21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760885-969B-77F9-012E-788ECA810A72}" v="9" dt="2026-07-09T07:34:59.490"/>
    <p1510:client id="{6E495242-313F-CBD3-F132-0FE8F4454FDD}" v="1010" dt="2026-07-09T08:43:17.990"/>
    <p1510:client id="{E35C506E-19E1-D732-D0D3-EA831356A31F}" v="71" dt="2026-07-09T08:05:56.332"/>
    <p1510:client id="{EB3615D1-F374-76B5-BFA9-7575E5FF92DF}" v="298" dt="2026-07-09T07:33:57.0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bekka Schnoor" userId="S::baw4516@uni-hamburg.de::12719473-1202-4f43-b4f1-9121ff43b3c9" providerId="AD" clId="Web-{EB3615D1-F374-76B5-BFA9-7575E5FF92DF}"/>
    <pc:docChg chg="modSld">
      <pc:chgData name="Rebekka Schnoor" userId="S::baw4516@uni-hamburg.de::12719473-1202-4f43-b4f1-9121ff43b3c9" providerId="AD" clId="Web-{EB3615D1-F374-76B5-BFA9-7575E5FF92DF}" dt="2026-07-09T07:33:57.050" v="256" actId="20577"/>
      <pc:docMkLst>
        <pc:docMk/>
      </pc:docMkLst>
      <pc:sldChg chg="modSp">
        <pc:chgData name="Rebekka Schnoor" userId="S::baw4516@uni-hamburg.de::12719473-1202-4f43-b4f1-9121ff43b3c9" providerId="AD" clId="Web-{EB3615D1-F374-76B5-BFA9-7575E5FF92DF}" dt="2026-07-09T07:10:59.357" v="3" actId="20577"/>
        <pc:sldMkLst>
          <pc:docMk/>
          <pc:sldMk cId="0" sldId="256"/>
        </pc:sldMkLst>
        <pc:spChg chg="mod">
          <ac:chgData name="Rebekka Schnoor" userId="S::baw4516@uni-hamburg.de::12719473-1202-4f43-b4f1-9121ff43b3c9" providerId="AD" clId="Web-{EB3615D1-F374-76B5-BFA9-7575E5FF92DF}" dt="2026-07-09T07:10:59.357" v="3" actId="20577"/>
          <ac:spMkLst>
            <pc:docMk/>
            <pc:sldMk cId="0" sldId="256"/>
            <ac:spMk id="12" creationId="{00000000-0000-0000-0000-000000000000}"/>
          </ac:spMkLst>
        </pc:spChg>
      </pc:sldChg>
      <pc:sldChg chg="addSp delSp modSp">
        <pc:chgData name="Rebekka Schnoor" userId="S::baw4516@uni-hamburg.de::12719473-1202-4f43-b4f1-9121ff43b3c9" providerId="AD" clId="Web-{EB3615D1-F374-76B5-BFA9-7575E5FF92DF}" dt="2026-07-09T07:18:44.985" v="86"/>
        <pc:sldMkLst>
          <pc:docMk/>
          <pc:sldMk cId="0" sldId="258"/>
        </pc:sldMkLst>
        <pc:spChg chg="add mod">
          <ac:chgData name="Rebekka Schnoor" userId="S::baw4516@uni-hamburg.de::12719473-1202-4f43-b4f1-9121ff43b3c9" providerId="AD" clId="Web-{EB3615D1-F374-76B5-BFA9-7575E5FF92DF}" dt="2026-07-09T07:13:14.018" v="24" actId="1076"/>
          <ac:spMkLst>
            <pc:docMk/>
            <pc:sldMk cId="0" sldId="258"/>
            <ac:spMk id="2" creationId="{FBD045C7-2469-E517-4498-84A12498778E}"/>
          </ac:spMkLst>
        </pc:spChg>
        <pc:spChg chg="add mod">
          <ac:chgData name="Rebekka Schnoor" userId="S::baw4516@uni-hamburg.de::12719473-1202-4f43-b4f1-9121ff43b3c9" providerId="AD" clId="Web-{EB3615D1-F374-76B5-BFA9-7575E5FF92DF}" dt="2026-07-09T07:13:48.410" v="28" actId="1076"/>
          <ac:spMkLst>
            <pc:docMk/>
            <pc:sldMk cId="0" sldId="258"/>
            <ac:spMk id="3" creationId="{B640D182-4E1E-B17F-DC51-A9B567197D00}"/>
          </ac:spMkLst>
        </pc:spChg>
        <pc:spChg chg="add mod">
          <ac:chgData name="Rebekka Schnoor" userId="S::baw4516@uni-hamburg.de::12719473-1202-4f43-b4f1-9121ff43b3c9" providerId="AD" clId="Web-{EB3615D1-F374-76B5-BFA9-7575E5FF92DF}" dt="2026-07-09T07:14:16.567" v="38" actId="1076"/>
          <ac:spMkLst>
            <pc:docMk/>
            <pc:sldMk cId="0" sldId="258"/>
            <ac:spMk id="4" creationId="{7134A660-5B65-6BAC-AD0E-1CE733186486}"/>
          </ac:spMkLst>
        </pc:spChg>
        <pc:spChg chg="add mod">
          <ac:chgData name="Rebekka Schnoor" userId="S::baw4516@uni-hamburg.de::12719473-1202-4f43-b4f1-9121ff43b3c9" providerId="AD" clId="Web-{EB3615D1-F374-76B5-BFA9-7575E5FF92DF}" dt="2026-07-09T07:14:06.786" v="32" actId="1076"/>
          <ac:spMkLst>
            <pc:docMk/>
            <pc:sldMk cId="0" sldId="258"/>
            <ac:spMk id="5" creationId="{BF5F6335-A77F-737F-0412-65C475B7F3E9}"/>
          </ac:spMkLst>
        </pc:spChg>
        <pc:spChg chg="add mod">
          <ac:chgData name="Rebekka Schnoor" userId="S::baw4516@uni-hamburg.de::12719473-1202-4f43-b4f1-9121ff43b3c9" providerId="AD" clId="Web-{EB3615D1-F374-76B5-BFA9-7575E5FF92DF}" dt="2026-07-09T07:15:15.445" v="52" actId="1076"/>
          <ac:spMkLst>
            <pc:docMk/>
            <pc:sldMk cId="0" sldId="258"/>
            <ac:spMk id="6" creationId="{89EC6875-BE46-F0A1-3920-BA2249272603}"/>
          </ac:spMkLst>
        </pc:spChg>
        <pc:spChg chg="add mod">
          <ac:chgData name="Rebekka Schnoor" userId="S::baw4516@uni-hamburg.de::12719473-1202-4f43-b4f1-9121ff43b3c9" providerId="AD" clId="Web-{EB3615D1-F374-76B5-BFA9-7575E5FF92DF}" dt="2026-07-09T07:15:45.493" v="65" actId="1076"/>
          <ac:spMkLst>
            <pc:docMk/>
            <pc:sldMk cId="0" sldId="258"/>
            <ac:spMk id="7" creationId="{AEFAC521-EE21-87C2-386B-2A1F037FD599}"/>
          </ac:spMkLst>
        </pc:spChg>
        <pc:spChg chg="add mod">
          <ac:chgData name="Rebekka Schnoor" userId="S::baw4516@uni-hamburg.de::12719473-1202-4f43-b4f1-9121ff43b3c9" providerId="AD" clId="Web-{EB3615D1-F374-76B5-BFA9-7575E5FF92DF}" dt="2026-07-09T07:16:07.900" v="79" actId="1076"/>
          <ac:spMkLst>
            <pc:docMk/>
            <pc:sldMk cId="0" sldId="258"/>
            <ac:spMk id="8" creationId="{1F95F241-391B-A816-C75D-E039E7A3D857}"/>
          </ac:spMkLst>
        </pc:spChg>
        <pc:spChg chg="add mod">
          <ac:chgData name="Rebekka Schnoor" userId="S::baw4516@uni-hamburg.de::12719473-1202-4f43-b4f1-9121ff43b3c9" providerId="AD" clId="Web-{EB3615D1-F374-76B5-BFA9-7575E5FF92DF}" dt="2026-07-09T07:16:23.041" v="83" actId="1076"/>
          <ac:spMkLst>
            <pc:docMk/>
            <pc:sldMk cId="0" sldId="258"/>
            <ac:spMk id="9" creationId="{8FE5C2E6-D2A3-AB11-2E37-0A0856FEBF47}"/>
          </ac:spMkLst>
        </pc:spChg>
        <pc:spChg chg="del">
          <ac:chgData name="Rebekka Schnoor" userId="S::baw4516@uni-hamburg.de::12719473-1202-4f43-b4f1-9121ff43b3c9" providerId="AD" clId="Web-{EB3615D1-F374-76B5-BFA9-7575E5FF92DF}" dt="2026-07-09T07:14:41.021" v="39"/>
          <ac:spMkLst>
            <pc:docMk/>
            <pc:sldMk cId="0" sldId="258"/>
            <ac:spMk id="44" creationId="{00000000-0000-0000-0000-000000000000}"/>
          </ac:spMkLst>
        </pc:spChg>
        <pc:spChg chg="del">
          <ac:chgData name="Rebekka Schnoor" userId="S::baw4516@uni-hamburg.de::12719473-1202-4f43-b4f1-9121ff43b3c9" providerId="AD" clId="Web-{EB3615D1-F374-76B5-BFA9-7575E5FF92DF}" dt="2026-07-09T07:18:39.547" v="84"/>
          <ac:spMkLst>
            <pc:docMk/>
            <pc:sldMk cId="0" sldId="258"/>
            <ac:spMk id="47" creationId="{00000000-0000-0000-0000-000000000000}"/>
          </ac:spMkLst>
        </pc:spChg>
        <pc:spChg chg="del">
          <ac:chgData name="Rebekka Schnoor" userId="S::baw4516@uni-hamburg.de::12719473-1202-4f43-b4f1-9121ff43b3c9" providerId="AD" clId="Web-{EB3615D1-F374-76B5-BFA9-7575E5FF92DF}" dt="2026-07-09T07:18:43.297" v="85"/>
          <ac:spMkLst>
            <pc:docMk/>
            <pc:sldMk cId="0" sldId="258"/>
            <ac:spMk id="48" creationId="{00000000-0000-0000-0000-000000000000}"/>
          </ac:spMkLst>
        </pc:spChg>
        <pc:spChg chg="del">
          <ac:chgData name="Rebekka Schnoor" userId="S::baw4516@uni-hamburg.de::12719473-1202-4f43-b4f1-9121ff43b3c9" providerId="AD" clId="Web-{EB3615D1-F374-76B5-BFA9-7575E5FF92DF}" dt="2026-07-09T07:18:44.985" v="86"/>
          <ac:spMkLst>
            <pc:docMk/>
            <pc:sldMk cId="0" sldId="258"/>
            <ac:spMk id="49" creationId="{00000000-0000-0000-0000-000000000000}"/>
          </ac:spMkLst>
        </pc:spChg>
        <pc:picChg chg="mod modCrop">
          <ac:chgData name="Rebekka Schnoor" userId="S::baw4516@uni-hamburg.de::12719473-1202-4f43-b4f1-9121ff43b3c9" providerId="AD" clId="Web-{EB3615D1-F374-76B5-BFA9-7575E5FF92DF}" dt="2026-07-09T07:12:43.845" v="6"/>
          <ac:picMkLst>
            <pc:docMk/>
            <pc:sldMk cId="0" sldId="258"/>
            <ac:picMk id="46" creationId="{00000000-0000-0000-0000-000000000000}"/>
          </ac:picMkLst>
        </pc:picChg>
      </pc:sldChg>
      <pc:sldChg chg="mod modShow">
        <pc:chgData name="Rebekka Schnoor" userId="S::baw4516@uni-hamburg.de::12719473-1202-4f43-b4f1-9121ff43b3c9" providerId="AD" clId="Web-{EB3615D1-F374-76B5-BFA9-7575E5FF92DF}" dt="2026-07-09T07:19:00.016" v="87"/>
        <pc:sldMkLst>
          <pc:docMk/>
          <pc:sldMk cId="0" sldId="259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19:02.548" v="88"/>
        <pc:sldMkLst>
          <pc:docMk/>
          <pc:sldMk cId="0" sldId="260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19:07.501" v="89"/>
        <pc:sldMkLst>
          <pc:docMk/>
          <pc:sldMk cId="0" sldId="261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19:21.486" v="90"/>
        <pc:sldMkLst>
          <pc:docMk/>
          <pc:sldMk cId="0" sldId="262"/>
        </pc:sldMkLst>
      </pc:sldChg>
      <pc:sldChg chg="addSp delSp modSp">
        <pc:chgData name="Rebekka Schnoor" userId="S::baw4516@uni-hamburg.de::12719473-1202-4f43-b4f1-9121ff43b3c9" providerId="AD" clId="Web-{EB3615D1-F374-76B5-BFA9-7575E5FF92DF}" dt="2026-07-09T07:33:57.050" v="256" actId="20577"/>
        <pc:sldMkLst>
          <pc:docMk/>
          <pc:sldMk cId="0" sldId="267"/>
        </pc:sldMkLst>
        <pc:spChg chg="add mod">
          <ac:chgData name="Rebekka Schnoor" userId="S::baw4516@uni-hamburg.de::12719473-1202-4f43-b4f1-9121ff43b3c9" providerId="AD" clId="Web-{EB3615D1-F374-76B5-BFA9-7575E5FF92DF}" dt="2026-07-09T07:33:21.783" v="248" actId="1076"/>
          <ac:spMkLst>
            <pc:docMk/>
            <pc:sldMk cId="0" sldId="267"/>
            <ac:spMk id="3" creationId="{EE89E525-F296-B1AC-2400-9A46C6ACDD62}"/>
          </ac:spMkLst>
        </pc:spChg>
        <pc:spChg chg="add del mod">
          <ac:chgData name="Rebekka Schnoor" userId="S::baw4516@uni-hamburg.de::12719473-1202-4f43-b4f1-9121ff43b3c9" providerId="AD" clId="Web-{EB3615D1-F374-76B5-BFA9-7575E5FF92DF}" dt="2026-07-09T07:32:13.014" v="238"/>
          <ac:spMkLst>
            <pc:docMk/>
            <pc:sldMk cId="0" sldId="267"/>
            <ac:spMk id="5" creationId="{CBD17CDD-DE04-B955-6C76-B0060DDB9076}"/>
          </ac:spMkLst>
        </pc:spChg>
        <pc:spChg chg="add del mod">
          <ac:chgData name="Rebekka Schnoor" userId="S::baw4516@uni-hamburg.de::12719473-1202-4f43-b4f1-9121ff43b3c9" providerId="AD" clId="Web-{EB3615D1-F374-76B5-BFA9-7575E5FF92DF}" dt="2026-07-09T07:32:38.875" v="242"/>
          <ac:spMkLst>
            <pc:docMk/>
            <pc:sldMk cId="0" sldId="267"/>
            <ac:spMk id="6" creationId="{B13AD222-FDA9-2220-32E4-0A4568E13A22}"/>
          </ac:spMkLst>
        </pc:spChg>
        <pc:spChg chg="mod">
          <ac:chgData name="Rebekka Schnoor" userId="S::baw4516@uni-hamburg.de::12719473-1202-4f43-b4f1-9121ff43b3c9" providerId="AD" clId="Web-{EB3615D1-F374-76B5-BFA9-7575E5FF92DF}" dt="2026-07-09T07:33:06.079" v="246" actId="1076"/>
          <ac:spMkLst>
            <pc:docMk/>
            <pc:sldMk cId="0" sldId="267"/>
            <ac:spMk id="115" creationId="{00000000-0000-0000-0000-000000000000}"/>
          </ac:spMkLst>
        </pc:spChg>
        <pc:spChg chg="mod">
          <ac:chgData name="Rebekka Schnoor" userId="S::baw4516@uni-hamburg.de::12719473-1202-4f43-b4f1-9121ff43b3c9" providerId="AD" clId="Web-{EB3615D1-F374-76B5-BFA9-7575E5FF92DF}" dt="2026-07-09T07:33:57.050" v="256" actId="20577"/>
          <ac:spMkLst>
            <pc:docMk/>
            <pc:sldMk cId="0" sldId="267"/>
            <ac:spMk id="118" creationId="{00000000-0000-0000-0000-000000000000}"/>
          </ac:spMkLst>
        </pc:spChg>
        <pc:picChg chg="add mod">
          <ac:chgData name="Rebekka Schnoor" userId="S::baw4516@uni-hamburg.de::12719473-1202-4f43-b4f1-9121ff43b3c9" providerId="AD" clId="Web-{EB3615D1-F374-76B5-BFA9-7575E5FF92DF}" dt="2026-07-09T07:33:21.767" v="247" actId="1076"/>
          <ac:picMkLst>
            <pc:docMk/>
            <pc:sldMk cId="0" sldId="267"/>
            <ac:picMk id="2" creationId="{6337A5EB-4C66-9C1E-EFA0-EC059E8BF2E5}"/>
          </ac:picMkLst>
        </pc:picChg>
        <pc:picChg chg="mod modCrop">
          <ac:chgData name="Rebekka Schnoor" userId="S::baw4516@uni-hamburg.de::12719473-1202-4f43-b4f1-9121ff43b3c9" providerId="AD" clId="Web-{EB3615D1-F374-76B5-BFA9-7575E5FF92DF}" dt="2026-07-09T07:22:17.899" v="109" actId="14100"/>
          <ac:picMkLst>
            <pc:docMk/>
            <pc:sldMk cId="0" sldId="267"/>
            <ac:picMk id="116" creationId="{00000000-0000-0000-0000-000000000000}"/>
          </ac:picMkLst>
        </pc:picChg>
        <pc:cxnChg chg="add mod">
          <ac:chgData name="Rebekka Schnoor" userId="S::baw4516@uni-hamburg.de::12719473-1202-4f43-b4f1-9121ff43b3c9" providerId="AD" clId="Web-{EB3615D1-F374-76B5-BFA9-7575E5FF92DF}" dt="2026-07-09T07:33:21.798" v="249" actId="1076"/>
          <ac:cxnSpMkLst>
            <pc:docMk/>
            <pc:sldMk cId="0" sldId="267"/>
            <ac:cxnSpMk id="4" creationId="{C6651161-17B8-44C5-A3B5-0F2474491378}"/>
          </ac:cxnSpMkLst>
        </pc:cxnChg>
        <pc:cxnChg chg="add mod">
          <ac:chgData name="Rebekka Schnoor" userId="S::baw4516@uni-hamburg.de::12719473-1202-4f43-b4f1-9121ff43b3c9" providerId="AD" clId="Web-{EB3615D1-F374-76B5-BFA9-7575E5FF92DF}" dt="2026-07-09T07:33:21.814" v="250" actId="1076"/>
          <ac:cxnSpMkLst>
            <pc:docMk/>
            <pc:sldMk cId="0" sldId="267"/>
            <ac:cxnSpMk id="7" creationId="{EB90F867-111E-3B25-1532-9E28468CE918}"/>
          </ac:cxnSpMkLst>
        </pc:cxnChg>
      </pc:sldChg>
      <pc:sldChg chg="mod modShow">
        <pc:chgData name="Rebekka Schnoor" userId="S::baw4516@uni-hamburg.de::12719473-1202-4f43-b4f1-9121ff43b3c9" providerId="AD" clId="Web-{EB3615D1-F374-76B5-BFA9-7575E5FF92DF}" dt="2026-07-09T07:20:02.550" v="91"/>
        <pc:sldMkLst>
          <pc:docMk/>
          <pc:sldMk cId="0" sldId="268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20:05.894" v="92"/>
        <pc:sldMkLst>
          <pc:docMk/>
          <pc:sldMk cId="0" sldId="269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20:09.332" v="93"/>
        <pc:sldMkLst>
          <pc:docMk/>
          <pc:sldMk cId="0" sldId="270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20:14.285" v="94"/>
        <pc:sldMkLst>
          <pc:docMk/>
          <pc:sldMk cId="0" sldId="271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20:15.129" v="95"/>
        <pc:sldMkLst>
          <pc:docMk/>
          <pc:sldMk cId="0" sldId="272"/>
        </pc:sldMkLst>
      </pc:sldChg>
      <pc:sldChg chg="mod modShow">
        <pc:chgData name="Rebekka Schnoor" userId="S::baw4516@uni-hamburg.de::12719473-1202-4f43-b4f1-9121ff43b3c9" providerId="AD" clId="Web-{EB3615D1-F374-76B5-BFA9-7575E5FF92DF}" dt="2026-07-09T07:20:23.676" v="96"/>
        <pc:sldMkLst>
          <pc:docMk/>
          <pc:sldMk cId="0" sldId="274"/>
        </pc:sldMkLst>
      </pc:sldChg>
    </pc:docChg>
  </pc:docChgLst>
  <pc:docChgLst>
    <pc:chgData name="Rebekka Schnoor" userId="S::baw4516@uni-hamburg.de::12719473-1202-4f43-b4f1-9121ff43b3c9" providerId="AD" clId="Web-{E35C506E-19E1-D732-D0D3-EA831356A31F}"/>
    <pc:docChg chg="modSld">
      <pc:chgData name="Rebekka Schnoor" userId="S::baw4516@uni-hamburg.de::12719473-1202-4f43-b4f1-9121ff43b3c9" providerId="AD" clId="Web-{E35C506E-19E1-D732-D0D3-EA831356A31F}" dt="2026-07-09T08:05:56.332" v="67"/>
      <pc:docMkLst>
        <pc:docMk/>
      </pc:docMkLst>
      <pc:sldChg chg="addSp delSp modSp addAnim">
        <pc:chgData name="Rebekka Schnoor" userId="S::baw4516@uni-hamburg.de::12719473-1202-4f43-b4f1-9121ff43b3c9" providerId="AD" clId="Web-{E35C506E-19E1-D732-D0D3-EA831356A31F}" dt="2026-07-09T08:05:56.332" v="67"/>
        <pc:sldMkLst>
          <pc:docMk/>
          <pc:sldMk cId="0" sldId="258"/>
        </pc:sldMkLst>
        <pc:spChg chg="add del mod">
          <ac:chgData name="Rebekka Schnoor" userId="S::baw4516@uni-hamburg.de::12719473-1202-4f43-b4f1-9121ff43b3c9" providerId="AD" clId="Web-{E35C506E-19E1-D732-D0D3-EA831356A31F}" dt="2026-07-09T08:02:10.543" v="24"/>
          <ac:spMkLst>
            <pc:docMk/>
            <pc:sldMk cId="0" sldId="258"/>
            <ac:spMk id="11" creationId="{4745A522-8E56-673A-D1D4-2E698652AE96}"/>
          </ac:spMkLst>
        </pc:spChg>
        <pc:spChg chg="add mod">
          <ac:chgData name="Rebekka Schnoor" userId="S::baw4516@uni-hamburg.de::12719473-1202-4f43-b4f1-9121ff43b3c9" providerId="AD" clId="Web-{E35C506E-19E1-D732-D0D3-EA831356A31F}" dt="2026-07-09T08:04:26.876" v="48" actId="1076"/>
          <ac:spMkLst>
            <pc:docMk/>
            <pc:sldMk cId="0" sldId="258"/>
            <ac:spMk id="17" creationId="{E0B33EFC-A2D8-B2A2-75C0-2CEF45C492B5}"/>
          </ac:spMkLst>
        </pc:spChg>
        <pc:spChg chg="add mod">
          <ac:chgData name="Rebekka Schnoor" userId="S::baw4516@uni-hamburg.de::12719473-1202-4f43-b4f1-9121ff43b3c9" providerId="AD" clId="Web-{E35C506E-19E1-D732-D0D3-EA831356A31F}" dt="2026-07-09T08:05:01.284" v="58" actId="1076"/>
          <ac:spMkLst>
            <pc:docMk/>
            <pc:sldMk cId="0" sldId="258"/>
            <ac:spMk id="18" creationId="{83127651-0845-C159-8226-0873067DC781}"/>
          </ac:spMkLst>
        </pc:spChg>
        <pc:spChg chg="add mod">
          <ac:chgData name="Rebekka Schnoor" userId="S::baw4516@uni-hamburg.de::12719473-1202-4f43-b4f1-9121ff43b3c9" providerId="AD" clId="Web-{E35C506E-19E1-D732-D0D3-EA831356A31F}" dt="2026-07-09T08:04:44.783" v="53" actId="1076"/>
          <ac:spMkLst>
            <pc:docMk/>
            <pc:sldMk cId="0" sldId="258"/>
            <ac:spMk id="19" creationId="{5E710CA8-F224-08DC-E7F8-5E48C989780B}"/>
          </ac:spMkLst>
        </pc:spChg>
        <pc:spChg chg="add mod">
          <ac:chgData name="Rebekka Schnoor" userId="S::baw4516@uni-hamburg.de::12719473-1202-4f43-b4f1-9121ff43b3c9" providerId="AD" clId="Web-{E35C506E-19E1-D732-D0D3-EA831356A31F}" dt="2026-07-09T08:04:39.908" v="52" actId="1076"/>
          <ac:spMkLst>
            <pc:docMk/>
            <pc:sldMk cId="0" sldId="258"/>
            <ac:spMk id="20" creationId="{5430468C-C3DB-9E5B-55C4-79BE85AA3C54}"/>
          </ac:spMkLst>
        </pc:spChg>
        <pc:spChg chg="add mod">
          <ac:chgData name="Rebekka Schnoor" userId="S::baw4516@uni-hamburg.de::12719473-1202-4f43-b4f1-9121ff43b3c9" providerId="AD" clId="Web-{E35C506E-19E1-D732-D0D3-EA831356A31F}" dt="2026-07-09T08:05:33.003" v="66" actId="1076"/>
          <ac:spMkLst>
            <pc:docMk/>
            <pc:sldMk cId="0" sldId="258"/>
            <ac:spMk id="21" creationId="{867DE05E-F128-0646-FF72-79E74711F5E7}"/>
          </ac:spMkLst>
        </pc:spChg>
        <pc:spChg chg="add mod">
          <ac:chgData name="Rebekka Schnoor" userId="S::baw4516@uni-hamburg.de::12719473-1202-4f43-b4f1-9121ff43b3c9" providerId="AD" clId="Web-{E35C506E-19E1-D732-D0D3-EA831356A31F}" dt="2026-07-09T08:05:14.222" v="63" actId="1076"/>
          <ac:spMkLst>
            <pc:docMk/>
            <pc:sldMk cId="0" sldId="258"/>
            <ac:spMk id="22" creationId="{67209A74-990E-0C70-F33A-83DBD2BD2A17}"/>
          </ac:spMkLst>
        </pc:spChg>
        <pc:spChg chg="mod">
          <ac:chgData name="Rebekka Schnoor" userId="S::baw4516@uni-hamburg.de::12719473-1202-4f43-b4f1-9121ff43b3c9" providerId="AD" clId="Web-{E35C506E-19E1-D732-D0D3-EA831356A31F}" dt="2026-07-09T07:54:47.169" v="9" actId="1076"/>
          <ac:spMkLst>
            <pc:docMk/>
            <pc:sldMk cId="0" sldId="258"/>
            <ac:spMk id="43" creationId="{00000000-0000-0000-0000-000000000000}"/>
          </ac:spMkLst>
        </pc:spChg>
        <pc:spChg chg="mod">
          <ac:chgData name="Rebekka Schnoor" userId="S::baw4516@uni-hamburg.de::12719473-1202-4f43-b4f1-9121ff43b3c9" providerId="AD" clId="Web-{E35C506E-19E1-D732-D0D3-EA831356A31F}" dt="2026-07-09T07:54:13.135" v="1" actId="1076"/>
          <ac:spMkLst>
            <pc:docMk/>
            <pc:sldMk cId="0" sldId="258"/>
            <ac:spMk id="50" creationId="{00000000-0000-0000-0000-000000000000}"/>
          </ac:spMkLst>
        </pc:spChg>
        <pc:spChg chg="mod">
          <ac:chgData name="Rebekka Schnoor" userId="S::baw4516@uni-hamburg.de::12719473-1202-4f43-b4f1-9121ff43b3c9" providerId="AD" clId="Web-{E35C506E-19E1-D732-D0D3-EA831356A31F}" dt="2026-07-09T07:54:13.151" v="2" actId="1076"/>
          <ac:spMkLst>
            <pc:docMk/>
            <pc:sldMk cId="0" sldId="258"/>
            <ac:spMk id="51" creationId="{00000000-0000-0000-0000-000000000000}"/>
          </ac:spMkLst>
        </pc:spChg>
        <pc:spChg chg="mod">
          <ac:chgData name="Rebekka Schnoor" userId="S::baw4516@uni-hamburg.de::12719473-1202-4f43-b4f1-9121ff43b3c9" providerId="AD" clId="Web-{E35C506E-19E1-D732-D0D3-EA831356A31F}" dt="2026-07-09T07:54:13.151" v="3" actId="1076"/>
          <ac:spMkLst>
            <pc:docMk/>
            <pc:sldMk cId="0" sldId="258"/>
            <ac:spMk id="52" creationId="{00000000-0000-0000-0000-000000000000}"/>
          </ac:spMkLst>
        </pc:spChg>
        <pc:picChg chg="mod modCrop">
          <ac:chgData name="Rebekka Schnoor" userId="S::baw4516@uni-hamburg.de::12719473-1202-4f43-b4f1-9121ff43b3c9" providerId="AD" clId="Web-{E35C506E-19E1-D732-D0D3-EA831356A31F}" dt="2026-07-09T08:01:09.541" v="15" actId="1076"/>
          <ac:picMkLst>
            <pc:docMk/>
            <pc:sldMk cId="0" sldId="258"/>
            <ac:picMk id="53" creationId="{00000000-0000-0000-0000-000000000000}"/>
          </ac:picMkLst>
        </pc:picChg>
        <pc:cxnChg chg="add del mod">
          <ac:chgData name="Rebekka Schnoor" userId="S::baw4516@uni-hamburg.de::12719473-1202-4f43-b4f1-9121ff43b3c9" providerId="AD" clId="Web-{E35C506E-19E1-D732-D0D3-EA831356A31F}" dt="2026-07-09T08:03:50.937" v="43"/>
          <ac:cxnSpMkLst>
            <pc:docMk/>
            <pc:sldMk cId="0" sldId="258"/>
            <ac:cxnSpMk id="10" creationId="{DA6D3A5C-0B59-BFAB-C558-5925EB5F567F}"/>
          </ac:cxnSpMkLst>
        </pc:cxnChg>
        <pc:cxnChg chg="add del mod">
          <ac:chgData name="Rebekka Schnoor" userId="S::baw4516@uni-hamburg.de::12719473-1202-4f43-b4f1-9121ff43b3c9" providerId="AD" clId="Web-{E35C506E-19E1-D732-D0D3-EA831356A31F}" dt="2026-07-09T08:03:48.672" v="42"/>
          <ac:cxnSpMkLst>
            <pc:docMk/>
            <pc:sldMk cId="0" sldId="258"/>
            <ac:cxnSpMk id="12" creationId="{93BBAF1A-A4FA-07AD-0940-D0EBADA573FB}"/>
          </ac:cxnSpMkLst>
        </pc:cxnChg>
        <pc:cxnChg chg="add del mod">
          <ac:chgData name="Rebekka Schnoor" userId="S::baw4516@uni-hamburg.de::12719473-1202-4f43-b4f1-9121ff43b3c9" providerId="AD" clId="Web-{E35C506E-19E1-D732-D0D3-EA831356A31F}" dt="2026-07-09T08:03:46.687" v="41"/>
          <ac:cxnSpMkLst>
            <pc:docMk/>
            <pc:sldMk cId="0" sldId="258"/>
            <ac:cxnSpMk id="13" creationId="{044F45F7-0272-15E6-40DD-5EADA4816553}"/>
          </ac:cxnSpMkLst>
        </pc:cxnChg>
        <pc:cxnChg chg="add del mod">
          <ac:chgData name="Rebekka Schnoor" userId="S::baw4516@uni-hamburg.de::12719473-1202-4f43-b4f1-9121ff43b3c9" providerId="AD" clId="Web-{E35C506E-19E1-D732-D0D3-EA831356A31F}" dt="2026-07-09T08:04:49.064" v="56"/>
          <ac:cxnSpMkLst>
            <pc:docMk/>
            <pc:sldMk cId="0" sldId="258"/>
            <ac:cxnSpMk id="14" creationId="{26CFCAFA-966D-5068-2325-683ED39342F6}"/>
          </ac:cxnSpMkLst>
        </pc:cxnChg>
        <pc:cxnChg chg="add del mod">
          <ac:chgData name="Rebekka Schnoor" userId="S::baw4516@uni-hamburg.de::12719473-1202-4f43-b4f1-9121ff43b3c9" providerId="AD" clId="Web-{E35C506E-19E1-D732-D0D3-EA831356A31F}" dt="2026-07-09T08:04:49.064" v="55"/>
          <ac:cxnSpMkLst>
            <pc:docMk/>
            <pc:sldMk cId="0" sldId="258"/>
            <ac:cxnSpMk id="15" creationId="{E1537321-8DED-3ECD-749B-45D4FC159484}"/>
          </ac:cxnSpMkLst>
        </pc:cxnChg>
        <pc:cxnChg chg="add del mod">
          <ac:chgData name="Rebekka Schnoor" userId="S::baw4516@uni-hamburg.de::12719473-1202-4f43-b4f1-9121ff43b3c9" providerId="AD" clId="Web-{E35C506E-19E1-D732-D0D3-EA831356A31F}" dt="2026-07-09T08:04:49.064" v="54"/>
          <ac:cxnSpMkLst>
            <pc:docMk/>
            <pc:sldMk cId="0" sldId="258"/>
            <ac:cxnSpMk id="16" creationId="{D4043727-A365-FDF5-DE06-A5E73DBE8808}"/>
          </ac:cxnSpMkLst>
        </pc:cxnChg>
      </pc:sldChg>
      <pc:sldChg chg="mod modShow">
        <pc:chgData name="Rebekka Schnoor" userId="S::baw4516@uni-hamburg.de::12719473-1202-4f43-b4f1-9121ff43b3c9" providerId="AD" clId="Web-{E35C506E-19E1-D732-D0D3-EA831356A31F}" dt="2026-07-09T07:53:26.399" v="0"/>
        <pc:sldMkLst>
          <pc:docMk/>
          <pc:sldMk cId="0" sldId="266"/>
        </pc:sldMkLst>
      </pc:sldChg>
    </pc:docChg>
  </pc:docChgLst>
  <pc:docChgLst>
    <pc:chgData name="Rebekka Schnoor" userId="S::baw4516@uni-hamburg.de::12719473-1202-4f43-b4f1-9121ff43b3c9" providerId="AD" clId="Web-{69760885-969B-77F9-012E-788ECA810A72}"/>
    <pc:docChg chg="modSld">
      <pc:chgData name="Rebekka Schnoor" userId="S::baw4516@uni-hamburg.de::12719473-1202-4f43-b4f1-9121ff43b3c9" providerId="AD" clId="Web-{69760885-969B-77F9-012E-788ECA810A72}" dt="2026-07-09T07:34:59.490" v="8" actId="20577"/>
      <pc:docMkLst>
        <pc:docMk/>
      </pc:docMkLst>
      <pc:sldChg chg="modSp">
        <pc:chgData name="Rebekka Schnoor" userId="S::baw4516@uni-hamburg.de::12719473-1202-4f43-b4f1-9121ff43b3c9" providerId="AD" clId="Web-{69760885-969B-77F9-012E-788ECA810A72}" dt="2026-07-09T07:34:59.490" v="8" actId="20577"/>
        <pc:sldMkLst>
          <pc:docMk/>
          <pc:sldMk cId="0" sldId="267"/>
        </pc:sldMkLst>
        <pc:spChg chg="mod">
          <ac:chgData name="Rebekka Schnoor" userId="S::baw4516@uni-hamburg.de::12719473-1202-4f43-b4f1-9121ff43b3c9" providerId="AD" clId="Web-{69760885-969B-77F9-012E-788ECA810A72}" dt="2026-07-09T07:34:59.490" v="8" actId="20577"/>
          <ac:spMkLst>
            <pc:docMk/>
            <pc:sldMk cId="0" sldId="267"/>
            <ac:spMk id="118" creationId="{00000000-0000-0000-0000-000000000000}"/>
          </ac:spMkLst>
        </pc:spChg>
      </pc:sldChg>
    </pc:docChg>
  </pc:docChgLst>
  <pc:docChgLst>
    <pc:chgData name="Rebekka Schnoor" userId="S::baw4516@uni-hamburg.de::12719473-1202-4f43-b4f1-9121ff43b3c9" providerId="AD" clId="Web-{6E495242-313F-CBD3-F132-0FE8F4454FDD}"/>
    <pc:docChg chg="addSld delSld modSld">
      <pc:chgData name="Rebekka Schnoor" userId="S::baw4516@uni-hamburg.de::12719473-1202-4f43-b4f1-9121ff43b3c9" providerId="AD" clId="Web-{6E495242-313F-CBD3-F132-0FE8F4454FDD}" dt="2026-07-09T08:43:17.990" v="1010" actId="20577"/>
      <pc:docMkLst>
        <pc:docMk/>
      </pc:docMkLst>
      <pc:sldChg chg="addSp delSp modSp">
        <pc:chgData name="Rebekka Schnoor" userId="S::baw4516@uni-hamburg.de::12719473-1202-4f43-b4f1-9121ff43b3c9" providerId="AD" clId="Web-{6E495242-313F-CBD3-F132-0FE8F4454FDD}" dt="2026-07-09T08:39:25.519" v="982" actId="1076"/>
        <pc:sldMkLst>
          <pc:docMk/>
          <pc:sldMk cId="0" sldId="257"/>
        </pc:sldMkLst>
        <pc:spChg chg="mod">
          <ac:chgData name="Rebekka Schnoor" userId="S::baw4516@uni-hamburg.de::12719473-1202-4f43-b4f1-9121ff43b3c9" providerId="AD" clId="Web-{6E495242-313F-CBD3-F132-0FE8F4454FDD}" dt="2026-07-09T08:39:25.238" v="963" actId="107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269" v="964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285" v="965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300" v="966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316" v="967" actId="107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332" v="968" actId="107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347" v="969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363" v="970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363" v="971" actId="107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379" v="972" actId="1076"/>
          <ac:spMkLst>
            <pc:docMk/>
            <pc:sldMk cId="0" sldId="257"/>
            <ac:spMk id="24" creationId="{00000000-0000-0000-0000-000000000000}"/>
          </ac:spMkLst>
        </pc:spChg>
        <pc:spChg chg="del">
          <ac:chgData name="Rebekka Schnoor" userId="S::baw4516@uni-hamburg.de::12719473-1202-4f43-b4f1-9121ff43b3c9" providerId="AD" clId="Web-{6E495242-313F-CBD3-F132-0FE8F4454FDD}" dt="2026-07-09T08:38:08.560" v="892"/>
          <ac:spMkLst>
            <pc:docMk/>
            <pc:sldMk cId="0" sldId="257"/>
            <ac:spMk id="25" creationId="{00000000-0000-0000-0000-000000000000}"/>
          </ac:spMkLst>
        </pc:spChg>
        <pc:spChg chg="del">
          <ac:chgData name="Rebekka Schnoor" userId="S::baw4516@uni-hamburg.de::12719473-1202-4f43-b4f1-9121ff43b3c9" providerId="AD" clId="Web-{6E495242-313F-CBD3-F132-0FE8F4454FDD}" dt="2026-07-09T08:38:08.560" v="891"/>
          <ac:spMkLst>
            <pc:docMk/>
            <pc:sldMk cId="0" sldId="257"/>
            <ac:spMk id="26" creationId="{00000000-0000-0000-0000-000000000000}"/>
          </ac:spMkLst>
        </pc:spChg>
        <pc:spChg chg="del">
          <ac:chgData name="Rebekka Schnoor" userId="S::baw4516@uni-hamburg.de::12719473-1202-4f43-b4f1-9121ff43b3c9" providerId="AD" clId="Web-{6E495242-313F-CBD3-F132-0FE8F4454FDD}" dt="2026-07-09T08:38:08.560" v="890"/>
          <ac:spMkLst>
            <pc:docMk/>
            <pc:sldMk cId="0" sldId="257"/>
            <ac:spMk id="27" creationId="{00000000-0000-0000-0000-000000000000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38:08.560" v="889"/>
          <ac:spMkLst>
            <pc:docMk/>
            <pc:sldMk cId="0" sldId="257"/>
            <ac:spMk id="28" creationId="{00000000-0000-0000-0000-000000000000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38:08.560" v="888"/>
          <ac:spMkLst>
            <pc:docMk/>
            <pc:sldMk cId="0" sldId="257"/>
            <ac:spMk id="29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410" v="973" actId="1076"/>
          <ac:spMkLst>
            <pc:docMk/>
            <pc:sldMk cId="0" sldId="257"/>
            <ac:spMk id="30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410" v="974" actId="1076"/>
          <ac:spMkLst>
            <pc:docMk/>
            <pc:sldMk cId="0" sldId="257"/>
            <ac:spMk id="31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425" v="975" actId="1076"/>
          <ac:spMkLst>
            <pc:docMk/>
            <pc:sldMk cId="0" sldId="257"/>
            <ac:spMk id="32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441" v="976" actId="1076"/>
          <ac:spMkLst>
            <pc:docMk/>
            <pc:sldMk cId="0" sldId="257"/>
            <ac:spMk id="33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9:25.457" v="977" actId="1076"/>
          <ac:spMkLst>
            <pc:docMk/>
            <pc:sldMk cId="0" sldId="257"/>
            <ac:spMk id="34" creationId="{00000000-0000-0000-0000-000000000000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9:25.472" v="978" actId="1076"/>
          <ac:spMkLst>
            <pc:docMk/>
            <pc:sldMk cId="0" sldId="257"/>
            <ac:spMk id="35" creationId="{00000000-0000-0000-0000-000000000000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9:25.488" v="979" actId="1076"/>
          <ac:spMkLst>
            <pc:docMk/>
            <pc:sldMk cId="0" sldId="257"/>
            <ac:spMk id="36" creationId="{00000000-0000-0000-0000-000000000000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9:25.488" v="980" actId="1076"/>
          <ac:spMkLst>
            <pc:docMk/>
            <pc:sldMk cId="0" sldId="257"/>
            <ac:spMk id="37" creationId="{00000000-0000-0000-0000-000000000000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9:25.504" v="981" actId="1076"/>
          <ac:spMkLst>
            <pc:docMk/>
            <pc:sldMk cId="0" sldId="257"/>
            <ac:spMk id="38" creationId="{00000000-0000-0000-0000-000000000000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9:25.519" v="982" actId="1076"/>
          <ac:spMkLst>
            <pc:docMk/>
            <pc:sldMk cId="0" sldId="257"/>
            <ac:spMk id="39" creationId="{00000000-0000-0000-0000-000000000000}"/>
          </ac:spMkLst>
        </pc:spChg>
        <pc:graphicFrameChg chg="add del mod modGraphic">
          <ac:chgData name="Rebekka Schnoor" userId="S::baw4516@uni-hamburg.de::12719473-1202-4f43-b4f1-9121ff43b3c9" providerId="AD" clId="Web-{6E495242-313F-CBD3-F132-0FE8F4454FDD}" dt="2026-07-09T08:39:08.737" v="942"/>
          <ac:graphicFrameMkLst>
            <pc:docMk/>
            <pc:sldMk cId="0" sldId="257"/>
            <ac:graphicFrameMk id="2" creationId="{97E7C57F-34E0-721F-8E93-DA275B850DD2}"/>
          </ac:graphicFrameMkLst>
        </pc:graphicFrameChg>
      </pc:sldChg>
      <pc:sldChg chg="modSp">
        <pc:chgData name="Rebekka Schnoor" userId="S::baw4516@uni-hamburg.de::12719473-1202-4f43-b4f1-9121ff43b3c9" providerId="AD" clId="Web-{6E495242-313F-CBD3-F132-0FE8F4454FDD}" dt="2026-07-09T08:09:37.095" v="118" actId="1076"/>
        <pc:sldMkLst>
          <pc:docMk/>
          <pc:sldMk cId="0" sldId="258"/>
        </pc:sldMkLst>
        <pc:spChg chg="mod">
          <ac:chgData name="Rebekka Schnoor" userId="S::baw4516@uni-hamburg.de::12719473-1202-4f43-b4f1-9121ff43b3c9" providerId="AD" clId="Web-{6E495242-313F-CBD3-F132-0FE8F4454FDD}" dt="2026-07-09T08:09:37.095" v="118" actId="1076"/>
          <ac:spMkLst>
            <pc:docMk/>
            <pc:sldMk cId="0" sldId="258"/>
            <ac:spMk id="2" creationId="{FBD045C7-2469-E517-4498-84A12498778E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9:30.908" v="117" actId="1076"/>
          <ac:spMkLst>
            <pc:docMk/>
            <pc:sldMk cId="0" sldId="258"/>
            <ac:spMk id="3" creationId="{B640D182-4E1E-B17F-DC51-A9B567197D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9:22.095" v="115" actId="1076"/>
          <ac:spMkLst>
            <pc:docMk/>
            <pc:sldMk cId="0" sldId="258"/>
            <ac:spMk id="4" creationId="{7134A660-5B65-6BAC-AD0E-1CE733186486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9:25.751" v="116" actId="1076"/>
          <ac:spMkLst>
            <pc:docMk/>
            <pc:sldMk cId="0" sldId="258"/>
            <ac:spMk id="5" creationId="{BF5F6335-A77F-737F-0412-65C475B7F3E9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9:16.657" v="114" actId="1076"/>
          <ac:spMkLst>
            <pc:docMk/>
            <pc:sldMk cId="0" sldId="258"/>
            <ac:spMk id="6" creationId="{89EC6875-BE46-F0A1-3920-BA2249272603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9:15.485" v="113" actId="1076"/>
          <ac:spMkLst>
            <pc:docMk/>
            <pc:sldMk cId="0" sldId="258"/>
            <ac:spMk id="7" creationId="{AEFAC521-EE21-87C2-386B-2A1F037FD599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9:08.547" v="112" actId="1076"/>
          <ac:spMkLst>
            <pc:docMk/>
            <pc:sldMk cId="0" sldId="258"/>
            <ac:spMk id="8" creationId="{1F95F241-391B-A816-C75D-E039E7A3D857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50.781" v="109" actId="1076"/>
          <ac:spMkLst>
            <pc:docMk/>
            <pc:sldMk cId="0" sldId="258"/>
            <ac:spMk id="9" creationId="{8FE5C2E6-D2A3-AB11-2E37-0A0856FEBF47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43.640" v="108" actId="1076"/>
          <ac:spMkLst>
            <pc:docMk/>
            <pc:sldMk cId="0" sldId="258"/>
            <ac:spMk id="17" creationId="{E0B33EFC-A2D8-B2A2-75C0-2CEF45C492B5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39.999" v="107" actId="1076"/>
          <ac:spMkLst>
            <pc:docMk/>
            <pc:sldMk cId="0" sldId="258"/>
            <ac:spMk id="18" creationId="{83127651-0845-C159-8226-0873067DC781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13.623" v="102" actId="1076"/>
          <ac:spMkLst>
            <pc:docMk/>
            <pc:sldMk cId="0" sldId="258"/>
            <ac:spMk id="19" creationId="{5E710CA8-F224-08DC-E7F8-5E48C989780B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20.077" v="103" actId="1076"/>
          <ac:spMkLst>
            <pc:docMk/>
            <pc:sldMk cId="0" sldId="258"/>
            <ac:spMk id="20" creationId="{5430468C-C3DB-9E5B-55C4-79BE85AA3C54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25.749" v="104" actId="1076"/>
          <ac:spMkLst>
            <pc:docMk/>
            <pc:sldMk cId="0" sldId="258"/>
            <ac:spMk id="21" creationId="{867DE05E-F128-0646-FF72-79E74711F5E7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30.796" v="105" actId="1076"/>
          <ac:spMkLst>
            <pc:docMk/>
            <pc:sldMk cId="0" sldId="258"/>
            <ac:spMk id="22" creationId="{67209A74-990E-0C70-F33A-83DBD2BD2A17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8:58.734" v="110" actId="1076"/>
          <ac:spMkLst>
            <pc:docMk/>
            <pc:sldMk cId="0" sldId="258"/>
            <ac:spMk id="43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7:26.481" v="69" actId="1076"/>
          <ac:spMkLst>
            <pc:docMk/>
            <pc:sldMk cId="0" sldId="258"/>
            <ac:spMk id="50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07:26.481" v="68" actId="1076"/>
          <ac:spMkLst>
            <pc:docMk/>
            <pc:sldMk cId="0" sldId="258"/>
            <ac:spMk id="52" creationId="{00000000-0000-0000-0000-000000000000}"/>
          </ac:spMkLst>
        </pc:spChg>
        <pc:picChg chg="mod">
          <ac:chgData name="Rebekka Schnoor" userId="S::baw4516@uni-hamburg.de::12719473-1202-4f43-b4f1-9121ff43b3c9" providerId="AD" clId="Web-{6E495242-313F-CBD3-F132-0FE8F4454FDD}" dt="2026-07-09T08:08:01.264" v="93" actId="14100"/>
          <ac:picMkLst>
            <pc:docMk/>
            <pc:sldMk cId="0" sldId="258"/>
            <ac:picMk id="46" creationId="{00000000-0000-0000-0000-000000000000}"/>
          </ac:picMkLst>
        </pc:picChg>
      </pc:sldChg>
      <pc:sldChg chg="modSp">
        <pc:chgData name="Rebekka Schnoor" userId="S::baw4516@uni-hamburg.de::12719473-1202-4f43-b4f1-9121ff43b3c9" providerId="AD" clId="Web-{6E495242-313F-CBD3-F132-0FE8F4454FDD}" dt="2026-07-09T08:43:17.990" v="1010" actId="20577"/>
        <pc:sldMkLst>
          <pc:docMk/>
          <pc:sldMk cId="0" sldId="267"/>
        </pc:sldMkLst>
        <pc:spChg chg="mod">
          <ac:chgData name="Rebekka Schnoor" userId="S::baw4516@uni-hamburg.de::12719473-1202-4f43-b4f1-9121ff43b3c9" providerId="AD" clId="Web-{6E495242-313F-CBD3-F132-0FE8F4454FDD}" dt="2026-07-09T08:10:01.471" v="119" actId="20577"/>
          <ac:spMkLst>
            <pc:docMk/>
            <pc:sldMk cId="0" sldId="267"/>
            <ac:spMk id="117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43:17.990" v="1010" actId="20577"/>
          <ac:spMkLst>
            <pc:docMk/>
            <pc:sldMk cId="0" sldId="267"/>
            <ac:spMk id="118" creationId="{00000000-0000-0000-0000-000000000000}"/>
          </ac:spMkLst>
        </pc:spChg>
      </pc:sldChg>
      <pc:sldChg chg="addSp delSp modSp del">
        <pc:chgData name="Rebekka Schnoor" userId="S::baw4516@uni-hamburg.de::12719473-1202-4f43-b4f1-9121ff43b3c9" providerId="AD" clId="Web-{6E495242-313F-CBD3-F132-0FE8F4454FDD}" dt="2026-07-09T08:17:37.425" v="345"/>
        <pc:sldMkLst>
          <pc:docMk/>
          <pc:sldMk cId="0" sldId="273"/>
        </pc:sldMkLst>
        <pc:spChg chg="add mod ord">
          <ac:chgData name="Rebekka Schnoor" userId="S::baw4516@uni-hamburg.de::12719473-1202-4f43-b4f1-9121ff43b3c9" providerId="AD" clId="Web-{6E495242-313F-CBD3-F132-0FE8F4454FDD}" dt="2026-07-09T08:14:47.154" v="268"/>
          <ac:spMkLst>
            <pc:docMk/>
            <pc:sldMk cId="0" sldId="273"/>
            <ac:spMk id="2" creationId="{A6496048-0771-ECC2-AAEE-C7EE08A1BD3B}"/>
          </ac:spMkLst>
        </pc:spChg>
        <pc:spChg chg="add mod ord">
          <ac:chgData name="Rebekka Schnoor" userId="S::baw4516@uni-hamburg.de::12719473-1202-4f43-b4f1-9121ff43b3c9" providerId="AD" clId="Web-{6E495242-313F-CBD3-F132-0FE8F4454FDD}" dt="2026-07-09T08:14:58.076" v="324" actId="1076"/>
          <ac:spMkLst>
            <pc:docMk/>
            <pc:sldMk cId="0" sldId="273"/>
            <ac:spMk id="3" creationId="{F85276AF-7BB9-85F4-F266-AA1EAF0C5E76}"/>
          </ac:spMkLst>
        </pc:spChg>
        <pc:spChg chg="add mod ord">
          <ac:chgData name="Rebekka Schnoor" userId="S::baw4516@uni-hamburg.de::12719473-1202-4f43-b4f1-9121ff43b3c9" providerId="AD" clId="Web-{6E495242-313F-CBD3-F132-0FE8F4454FDD}" dt="2026-07-09T08:14:47.435" v="322"/>
          <ac:spMkLst>
            <pc:docMk/>
            <pc:sldMk cId="0" sldId="273"/>
            <ac:spMk id="4" creationId="{CF0D02CF-BBF8-B0E4-74AB-4B25BE97980E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14:16.340" v="256"/>
          <ac:spMkLst>
            <pc:docMk/>
            <pc:sldMk cId="0" sldId="273"/>
            <ac:spMk id="162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5:18.092" v="329" actId="1076"/>
          <ac:spMkLst>
            <pc:docMk/>
            <pc:sldMk cId="0" sldId="273"/>
            <ac:spMk id="163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5:12.936" v="327" actId="1076"/>
          <ac:spMkLst>
            <pc:docMk/>
            <pc:sldMk cId="0" sldId="273"/>
            <ac:spMk id="164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5:12.951" v="328" actId="1076"/>
          <ac:spMkLst>
            <pc:docMk/>
            <pc:sldMk cId="0" sldId="273"/>
            <ac:spMk id="165" creationId="{00000000-0000-0000-0000-000000000000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14:18.356" v="257"/>
          <ac:spMkLst>
            <pc:docMk/>
            <pc:sldMk cId="0" sldId="273"/>
            <ac:spMk id="166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3:08.931" v="226" actId="14100"/>
          <ac:spMkLst>
            <pc:docMk/>
            <pc:sldMk cId="0" sldId="273"/>
            <ac:spMk id="167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5:06.436" v="325" actId="1076"/>
          <ac:spMkLst>
            <pc:docMk/>
            <pc:sldMk cId="0" sldId="273"/>
            <ac:spMk id="168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5:06.451" v="326" actId="1076"/>
          <ac:spMkLst>
            <pc:docMk/>
            <pc:sldMk cId="0" sldId="273"/>
            <ac:spMk id="169" creationId="{00000000-0000-0000-0000-000000000000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14:21.418" v="258"/>
          <ac:spMkLst>
            <pc:docMk/>
            <pc:sldMk cId="0" sldId="273"/>
            <ac:spMk id="170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2:56.134" v="218" actId="14100"/>
          <ac:spMkLst>
            <pc:docMk/>
            <pc:sldMk cId="0" sldId="273"/>
            <ac:spMk id="171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5:28.014" v="330" actId="1076"/>
          <ac:spMkLst>
            <pc:docMk/>
            <pc:sldMk cId="0" sldId="273"/>
            <ac:spMk id="172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5:28.030" v="331" actId="1076"/>
          <ac:spMkLst>
            <pc:docMk/>
            <pc:sldMk cId="0" sldId="273"/>
            <ac:spMk id="173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3:30.854" v="241" actId="20577"/>
          <ac:spMkLst>
            <pc:docMk/>
            <pc:sldMk cId="0" sldId="273"/>
            <ac:spMk id="181" creationId="{00000000-0000-0000-0000-000000000000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13:45.995" v="255" actId="20577"/>
          <ac:spMkLst>
            <pc:docMk/>
            <pc:sldMk cId="0" sldId="273"/>
            <ac:spMk id="182" creationId="{00000000-0000-0000-0000-000000000000}"/>
          </ac:spMkLst>
        </pc:spChg>
        <pc:spChg chg="del">
          <ac:chgData name="Rebekka Schnoor" userId="S::baw4516@uni-hamburg.de::12719473-1202-4f43-b4f1-9121ff43b3c9" providerId="AD" clId="Web-{6E495242-313F-CBD3-F132-0FE8F4454FDD}" dt="2026-07-09T08:12:31.211" v="209"/>
          <ac:spMkLst>
            <pc:docMk/>
            <pc:sldMk cId="0" sldId="273"/>
            <ac:spMk id="189" creationId="{00000000-0000-0000-0000-000000000000}"/>
          </ac:spMkLst>
        </pc:spChg>
        <pc:spChg chg="del">
          <ac:chgData name="Rebekka Schnoor" userId="S::baw4516@uni-hamburg.de::12719473-1202-4f43-b4f1-9121ff43b3c9" providerId="AD" clId="Web-{6E495242-313F-CBD3-F132-0FE8F4454FDD}" dt="2026-07-09T08:12:33.586" v="212"/>
          <ac:spMkLst>
            <pc:docMk/>
            <pc:sldMk cId="0" sldId="273"/>
            <ac:spMk id="190" creationId="{00000000-0000-0000-0000-000000000000}"/>
          </ac:spMkLst>
        </pc:spChg>
        <pc:spChg chg="del">
          <ac:chgData name="Rebekka Schnoor" userId="S::baw4516@uni-hamburg.de::12719473-1202-4f43-b4f1-9121ff43b3c9" providerId="AD" clId="Web-{6E495242-313F-CBD3-F132-0FE8F4454FDD}" dt="2026-07-09T08:12:33.586" v="211"/>
          <ac:spMkLst>
            <pc:docMk/>
            <pc:sldMk cId="0" sldId="273"/>
            <ac:spMk id="191" creationId="{00000000-0000-0000-0000-000000000000}"/>
          </ac:spMkLst>
        </pc:spChg>
        <pc:spChg chg="del">
          <ac:chgData name="Rebekka Schnoor" userId="S::baw4516@uni-hamburg.de::12719473-1202-4f43-b4f1-9121ff43b3c9" providerId="AD" clId="Web-{6E495242-313F-CBD3-F132-0FE8F4454FDD}" dt="2026-07-09T08:12:33.586" v="210"/>
          <ac:spMkLst>
            <pc:docMk/>
            <pc:sldMk cId="0" sldId="273"/>
            <ac:spMk id="192" creationId="{00000000-0000-0000-0000-000000000000}"/>
          </ac:spMkLst>
        </pc:spChg>
      </pc:sldChg>
      <pc:sldChg chg="addSp delSp modSp add del replId">
        <pc:chgData name="Rebekka Schnoor" userId="S::baw4516@uni-hamburg.de::12719473-1202-4f43-b4f1-9121ff43b3c9" providerId="AD" clId="Web-{6E495242-313F-CBD3-F132-0FE8F4454FDD}" dt="2026-07-09T08:41:41.545" v="995"/>
        <pc:sldMkLst>
          <pc:docMk/>
          <pc:sldMk cId="1709676749" sldId="275"/>
        </pc:sldMkLst>
        <pc:spChg chg="mod">
          <ac:chgData name="Rebekka Schnoor" userId="S::baw4516@uni-hamburg.de::12719473-1202-4f43-b4f1-9121ff43b3c9" providerId="AD" clId="Web-{6E495242-313F-CBD3-F132-0FE8F4454FDD}" dt="2026-07-09T08:25:37.191" v="607" actId="20577"/>
          <ac:spMkLst>
            <pc:docMk/>
            <pc:sldMk cId="1709676749" sldId="275"/>
            <ac:spMk id="160" creationId="{72D77F92-0FF4-EE29-C51C-0604ADA0C023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26:41.399" v="640" actId="20577"/>
          <ac:spMkLst>
            <pc:docMk/>
            <pc:sldMk cId="1709676749" sldId="275"/>
            <ac:spMk id="161" creationId="{3C7F68CD-E9D4-51B8-4A01-4A0AE394918D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20:00.509" v="407"/>
          <ac:spMkLst>
            <pc:docMk/>
            <pc:sldMk cId="1709676749" sldId="275"/>
            <ac:spMk id="163" creationId="{2A7D8D87-369D-81D3-AC96-75BB15B02553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20:10.775" v="418" actId="20577"/>
          <ac:spMkLst>
            <pc:docMk/>
            <pc:sldMk cId="1709676749" sldId="275"/>
            <ac:spMk id="164" creationId="{48DD8605-A1CE-D511-1849-929D0AF404F5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20:41.620" v="456" actId="20577"/>
          <ac:spMkLst>
            <pc:docMk/>
            <pc:sldMk cId="1709676749" sldId="275"/>
            <ac:spMk id="165" creationId="{28C006C5-26CA-2AA4-EB59-EEC45061CDDD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21:03.292" v="460"/>
          <ac:spMkLst>
            <pc:docMk/>
            <pc:sldMk cId="1709676749" sldId="275"/>
            <ac:spMk id="167" creationId="{50E0C222-33B7-E9A6-F848-F063F259CE83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22:29.817" v="502" actId="20577"/>
          <ac:spMkLst>
            <pc:docMk/>
            <pc:sldMk cId="1709676749" sldId="275"/>
            <ac:spMk id="168" creationId="{58CF4A7C-F6DB-2D96-88FD-947BDE9D466E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22:43.600" v="512" actId="20577"/>
          <ac:spMkLst>
            <pc:docMk/>
            <pc:sldMk cId="1709676749" sldId="275"/>
            <ac:spMk id="169" creationId="{2D36C9A7-CC35-A669-A5D9-3369F7FC40AC}"/>
          </ac:spMkLst>
        </pc:spChg>
        <pc:spChg chg="del mod">
          <ac:chgData name="Rebekka Schnoor" userId="S::baw4516@uni-hamburg.de::12719473-1202-4f43-b4f1-9121ff43b3c9" providerId="AD" clId="Web-{6E495242-313F-CBD3-F132-0FE8F4454FDD}" dt="2026-07-09T08:25:51.161" v="612"/>
          <ac:spMkLst>
            <pc:docMk/>
            <pc:sldMk cId="1709676749" sldId="275"/>
            <ac:spMk id="171" creationId="{BBC56E61-2594-D9E9-084D-F1394D0416D9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26:21.804" v="628" actId="20577"/>
          <ac:spMkLst>
            <pc:docMk/>
            <pc:sldMk cId="1709676749" sldId="275"/>
            <ac:spMk id="172" creationId="{4C4BD57C-8306-E372-554F-3602CC5107F6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26:33.883" v="639" actId="20577"/>
          <ac:spMkLst>
            <pc:docMk/>
            <pc:sldMk cId="1709676749" sldId="275"/>
            <ac:spMk id="173" creationId="{17BFEB7E-2F98-901B-F3FC-3540B54386D1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25:46.551" v="611" actId="20577"/>
          <ac:spMkLst>
            <pc:docMk/>
            <pc:sldMk cId="1709676749" sldId="275"/>
            <ac:spMk id="174" creationId="{82588F3F-3259-A2A1-5E55-91C30C1A4098}"/>
          </ac:spMkLst>
        </pc:spChg>
        <pc:spChg chg="add del">
          <ac:chgData name="Rebekka Schnoor" userId="S::baw4516@uni-hamburg.de::12719473-1202-4f43-b4f1-9121ff43b3c9" providerId="AD" clId="Web-{6E495242-313F-CBD3-F132-0FE8F4454FDD}" dt="2026-07-09T08:18:26.068" v="387"/>
          <ac:spMkLst>
            <pc:docMk/>
            <pc:sldMk cId="1709676749" sldId="275"/>
            <ac:spMk id="175" creationId="{EF1D63A9-3D43-3C5A-A463-C4B97987CF5D}"/>
          </ac:spMkLst>
        </pc:spChg>
        <pc:spChg chg="add del">
          <ac:chgData name="Rebekka Schnoor" userId="S::baw4516@uni-hamburg.de::12719473-1202-4f43-b4f1-9121ff43b3c9" providerId="AD" clId="Web-{6E495242-313F-CBD3-F132-0FE8F4454FDD}" dt="2026-07-09T08:29:43.272" v="648"/>
          <ac:spMkLst>
            <pc:docMk/>
            <pc:sldMk cId="1709676749" sldId="275"/>
            <ac:spMk id="176" creationId="{546B1BA7-839D-815F-3BDF-91EC559034EE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1:52.047" v="680" actId="20577"/>
          <ac:spMkLst>
            <pc:docMk/>
            <pc:sldMk cId="1709676749" sldId="275"/>
            <ac:spMk id="177" creationId="{71C0C8E7-ABA9-B118-5D46-CD0CD27571B8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2:06.533" v="702" actId="20577"/>
          <ac:spMkLst>
            <pc:docMk/>
            <pc:sldMk cId="1709676749" sldId="275"/>
            <ac:spMk id="178" creationId="{95C90958-C265-158A-D0C0-40F9C29C029A}"/>
          </ac:spMkLst>
        </pc:spChg>
        <pc:spChg chg="add del">
          <ac:chgData name="Rebekka Schnoor" userId="S::baw4516@uni-hamburg.de::12719473-1202-4f43-b4f1-9121ff43b3c9" providerId="AD" clId="Web-{6E495242-313F-CBD3-F132-0FE8F4454FDD}" dt="2026-07-09T08:18:26.083" v="391"/>
          <ac:spMkLst>
            <pc:docMk/>
            <pc:sldMk cId="1709676749" sldId="275"/>
            <ac:spMk id="179" creationId="{E4B56120-1BFE-32A5-1A90-4C541A34CA53}"/>
          </ac:spMkLst>
        </pc:spChg>
        <pc:spChg chg="add del">
          <ac:chgData name="Rebekka Schnoor" userId="S::baw4516@uni-hamburg.de::12719473-1202-4f43-b4f1-9121ff43b3c9" providerId="AD" clId="Web-{6E495242-313F-CBD3-F132-0FE8F4454FDD}" dt="2026-07-09T08:29:59.867" v="653"/>
          <ac:spMkLst>
            <pc:docMk/>
            <pc:sldMk cId="1709676749" sldId="275"/>
            <ac:spMk id="180" creationId="{D0A67FBB-259B-9680-753F-F65EEF86D87E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2:50.224" v="709" actId="20577"/>
          <ac:spMkLst>
            <pc:docMk/>
            <pc:sldMk cId="1709676749" sldId="275"/>
            <ac:spMk id="181" creationId="{146414AB-E467-DE4B-138B-16129BC092B9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3:36.883" v="744" actId="20577"/>
          <ac:spMkLst>
            <pc:docMk/>
            <pc:sldMk cId="1709676749" sldId="275"/>
            <ac:spMk id="182" creationId="{32E17FB9-4A02-4BCF-8DB0-C55C95481A99}"/>
          </ac:spMkLst>
        </pc:spChg>
        <pc:spChg chg="add del">
          <ac:chgData name="Rebekka Schnoor" userId="S::baw4516@uni-hamburg.de::12719473-1202-4f43-b4f1-9121ff43b3c9" providerId="AD" clId="Web-{6E495242-313F-CBD3-F132-0FE8F4454FDD}" dt="2026-07-09T08:18:26.083" v="395"/>
          <ac:spMkLst>
            <pc:docMk/>
            <pc:sldMk cId="1709676749" sldId="275"/>
            <ac:spMk id="183" creationId="{888C761B-E7FA-9021-AE7B-44F12219935B}"/>
          </ac:spMkLst>
        </pc:spChg>
        <pc:spChg chg="add del">
          <ac:chgData name="Rebekka Schnoor" userId="S::baw4516@uni-hamburg.de::12719473-1202-4f43-b4f1-9121ff43b3c9" providerId="AD" clId="Web-{6E495242-313F-CBD3-F132-0FE8F4454FDD}" dt="2026-07-09T08:30:08.665" v="655"/>
          <ac:spMkLst>
            <pc:docMk/>
            <pc:sldMk cId="1709676749" sldId="275"/>
            <ac:spMk id="184" creationId="{0C57E299-043C-1D3C-D99E-59643174C430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4:20.496" v="747" actId="20577"/>
          <ac:spMkLst>
            <pc:docMk/>
            <pc:sldMk cId="1709676749" sldId="275"/>
            <ac:spMk id="185" creationId="{BB1BFE7A-AF02-ABE0-9A75-5C4B51ADED29}"/>
          </ac:spMkLst>
        </pc:spChg>
        <pc:spChg chg="add del mod">
          <ac:chgData name="Rebekka Schnoor" userId="S::baw4516@uni-hamburg.de::12719473-1202-4f43-b4f1-9121ff43b3c9" providerId="AD" clId="Web-{6E495242-313F-CBD3-F132-0FE8F4454FDD}" dt="2026-07-09T08:35:26.704" v="775" actId="1076"/>
          <ac:spMkLst>
            <pc:docMk/>
            <pc:sldMk cId="1709676749" sldId="275"/>
            <ac:spMk id="186" creationId="{C1C940F5-9698-B1D0-96E4-51C5F6FC52B9}"/>
          </ac:spMkLst>
        </pc:spChg>
        <pc:spChg chg="add del">
          <ac:chgData name="Rebekka Schnoor" userId="S::baw4516@uni-hamburg.de::12719473-1202-4f43-b4f1-9121ff43b3c9" providerId="AD" clId="Web-{6E495242-313F-CBD3-F132-0FE8F4454FDD}" dt="2026-07-09T08:18:26.083" v="399"/>
          <ac:spMkLst>
            <pc:docMk/>
            <pc:sldMk cId="1709676749" sldId="275"/>
            <ac:spMk id="187" creationId="{649133B7-5D33-3C8D-5163-EE8C0CC6564D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41:31.154" v="992"/>
          <ac:spMkLst>
            <pc:docMk/>
            <pc:sldMk cId="1709676749" sldId="275"/>
            <ac:spMk id="188" creationId="{F7DB0D6B-B44F-D537-4EE4-DCC4F75FB962}"/>
          </ac:spMkLst>
        </pc:spChg>
        <pc:picChg chg="add mod">
          <ac:chgData name="Rebekka Schnoor" userId="S::baw4516@uni-hamburg.de::12719473-1202-4f43-b4f1-9121ff43b3c9" providerId="AD" clId="Web-{6E495242-313F-CBD3-F132-0FE8F4454FDD}" dt="2026-07-09T08:41:41.514" v="993"/>
          <ac:picMkLst>
            <pc:docMk/>
            <pc:sldMk cId="1709676749" sldId="275"/>
            <ac:picMk id="5" creationId="{989F7E6D-118A-C483-F76E-44DC0CE81788}"/>
          </ac:picMkLst>
        </pc:picChg>
        <pc:picChg chg="add mod">
          <ac:chgData name="Rebekka Schnoor" userId="S::baw4516@uni-hamburg.de::12719473-1202-4f43-b4f1-9121ff43b3c9" providerId="AD" clId="Web-{6E495242-313F-CBD3-F132-0FE8F4454FDD}" dt="2026-07-09T08:41:41.514" v="994"/>
          <ac:picMkLst>
            <pc:docMk/>
            <pc:sldMk cId="1709676749" sldId="275"/>
            <ac:picMk id="6" creationId="{8F303735-C385-47D2-80EA-8712C40EBCD6}"/>
          </ac:picMkLst>
        </pc:picChg>
        <pc:picChg chg="add mod">
          <ac:chgData name="Rebekka Schnoor" userId="S::baw4516@uni-hamburg.de::12719473-1202-4f43-b4f1-9121ff43b3c9" providerId="AD" clId="Web-{6E495242-313F-CBD3-F132-0FE8F4454FDD}" dt="2026-07-09T08:41:41.545" v="995"/>
          <ac:picMkLst>
            <pc:docMk/>
            <pc:sldMk cId="1709676749" sldId="275"/>
            <ac:picMk id="7" creationId="{989F7E6D-118A-C483-F76E-44DC0CE81788}"/>
          </ac:picMkLst>
        </pc:picChg>
        <pc:picChg chg="add mod">
          <ac:chgData name="Rebekka Schnoor" userId="S::baw4516@uni-hamburg.de::12719473-1202-4f43-b4f1-9121ff43b3c9" providerId="AD" clId="Web-{6E495242-313F-CBD3-F132-0FE8F4454FDD}" dt="2026-07-09T08:30:30.823" v="658" actId="1076"/>
          <ac:picMkLst>
            <pc:docMk/>
            <pc:sldMk cId="1709676749" sldId="275"/>
            <ac:picMk id="8" creationId="{E9945572-821D-4CDB-24BE-A4BE6BE7A5A7}"/>
          </ac:picMkLst>
        </pc:picChg>
        <pc:picChg chg="add mod">
          <ac:chgData name="Rebekka Schnoor" userId="S::baw4516@uni-hamburg.de::12719473-1202-4f43-b4f1-9121ff43b3c9" providerId="AD" clId="Web-{6E495242-313F-CBD3-F132-0FE8F4454FDD}" dt="2026-07-09T08:30:33.182" v="659" actId="1076"/>
          <ac:picMkLst>
            <pc:docMk/>
            <pc:sldMk cId="1709676749" sldId="275"/>
            <ac:picMk id="9" creationId="{8843B124-C9AA-E539-E7DF-6EC1F2B1E2B7}"/>
          </ac:picMkLst>
        </pc:picChg>
        <pc:picChg chg="add mod">
          <ac:chgData name="Rebekka Schnoor" userId="S::baw4516@uni-hamburg.de::12719473-1202-4f43-b4f1-9121ff43b3c9" providerId="AD" clId="Web-{6E495242-313F-CBD3-F132-0FE8F4454FDD}" dt="2026-07-09T08:30:39.073" v="660" actId="1076"/>
          <ac:picMkLst>
            <pc:docMk/>
            <pc:sldMk cId="1709676749" sldId="275"/>
            <ac:picMk id="10" creationId="{10212FE2-2B7F-241D-C949-52A0BF928133}"/>
          </ac:picMkLst>
        </pc:picChg>
      </pc:sldChg>
      <pc:sldChg chg="modSp add replId">
        <pc:chgData name="Rebekka Schnoor" userId="S::baw4516@uni-hamburg.de::12719473-1202-4f43-b4f1-9121ff43b3c9" providerId="AD" clId="Web-{6E495242-313F-CBD3-F132-0FE8F4454FDD}" dt="2026-07-09T08:31:11.498" v="661" actId="20577"/>
        <pc:sldMkLst>
          <pc:docMk/>
          <pc:sldMk cId="1689790386" sldId="276"/>
        </pc:sldMkLst>
        <pc:spChg chg="mod">
          <ac:chgData name="Rebekka Schnoor" userId="S::baw4516@uni-hamburg.de::12719473-1202-4f43-b4f1-9121ff43b3c9" providerId="AD" clId="Web-{6E495242-313F-CBD3-F132-0FE8F4454FDD}" dt="2026-07-09T08:23:15.696" v="532" actId="20577"/>
          <ac:spMkLst>
            <pc:docMk/>
            <pc:sldMk cId="1689790386" sldId="276"/>
            <ac:spMk id="185" creationId="{61A73FEB-0750-3CFB-C75C-DB1F5B45962D}"/>
          </ac:spMkLst>
        </pc:spChg>
        <pc:spChg chg="mod">
          <ac:chgData name="Rebekka Schnoor" userId="S::baw4516@uni-hamburg.de::12719473-1202-4f43-b4f1-9121ff43b3c9" providerId="AD" clId="Web-{6E495242-313F-CBD3-F132-0FE8F4454FDD}" dt="2026-07-09T08:31:11.498" v="661" actId="20577"/>
          <ac:spMkLst>
            <pc:docMk/>
            <pc:sldMk cId="1689790386" sldId="276"/>
            <ac:spMk id="186" creationId="{3DA442F2-51E8-85C8-1E41-CD8AFF8E3CF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Folie mittels Klicken verschieben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38C205B-F036-47DF-BCEB-E32DEB3EA435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2D481A1-75C6-416A-92DB-B4620EC1FE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CDA6937-E355-49AA-B2B5-808E070299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EC4CA85-1191-41CD-9E2B-5D542CBEB6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1F8E664-578B-48A6-BFB9-E91FA85F76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8E94518-B9A3-4B5D-9A6F-40072FD4A8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A45B4C0-6F6D-4289-979A-E46F3D7F26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7B330E3-BD15-4E69-B08B-008F1FB6277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488BBB5-3C96-402D-95A4-84550D0E3F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B5A15B8-D0F5-4965-9279-2A6B32A7D4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CF8F784-4517-407E-9CB9-28CA4F3915A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7195EBA-0FA2-423C-A192-E407F40DF1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0FDA34F-DBB4-402D-B31E-0F1BE24914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983DDE6-61F7-4F16-A7B9-D9A6A69C602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3693472-F479-4FC7-8626-1471A19B69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FA2C931-ED53-4047-BFDE-E897328E61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8ABC8B5-E365-4C09-A5F0-D533A22BEB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4A2FC16-2422-42CA-B888-769A83F490B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60A8F-F5BE-E227-8A2A-3E0FB6CC6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>
            <a:extLst>
              <a:ext uri="{FF2B5EF4-FFF2-40B4-BE49-F238E27FC236}">
                <a16:creationId xmlns:a16="http://schemas.microsoft.com/office/drawing/2014/main" id="{322593AB-3E9E-423B-5BE5-EDD9C74AA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>
            <a:extLst>
              <a:ext uri="{FF2B5EF4-FFF2-40B4-BE49-F238E27FC236}">
                <a16:creationId xmlns:a16="http://schemas.microsoft.com/office/drawing/2014/main" id="{04A7BFB3-6142-A319-A1D2-DF6769C53B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>
            <a:extLst>
              <a:ext uri="{FF2B5EF4-FFF2-40B4-BE49-F238E27FC236}">
                <a16:creationId xmlns:a16="http://schemas.microsoft.com/office/drawing/2014/main" id="{52D9C216-B948-21B5-FCFE-A201EA8F0D04}"/>
              </a:ext>
            </a:extLst>
          </p:cNvPr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09964B6-604D-498B-8B44-EF01BE7331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238068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1C0E-A5E8-C81B-A939-A92B9374A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>
            <a:extLst>
              <a:ext uri="{FF2B5EF4-FFF2-40B4-BE49-F238E27FC236}">
                <a16:creationId xmlns:a16="http://schemas.microsoft.com/office/drawing/2014/main" id="{7CFD4ED3-33C8-CB5D-C545-E821537F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>
            <a:extLst>
              <a:ext uri="{FF2B5EF4-FFF2-40B4-BE49-F238E27FC236}">
                <a16:creationId xmlns:a16="http://schemas.microsoft.com/office/drawing/2014/main" id="{2E150C61-0083-D5A4-D58F-21C2079E873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>
            <a:extLst>
              <a:ext uri="{FF2B5EF4-FFF2-40B4-BE49-F238E27FC236}">
                <a16:creationId xmlns:a16="http://schemas.microsoft.com/office/drawing/2014/main" id="{4B1A211D-724B-EF76-9F2E-0180EFFC1285}"/>
              </a:ext>
            </a:extLst>
          </p:cNvPr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09964B6-604D-498B-8B44-EF01BE7331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463689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41EBE27-912D-4FD5-A51F-A733708C75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10058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Intermediate Presentation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417320"/>
            <a:ext cx="8046360" cy="155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Security and Privacy in</a:t>
            </a:r>
            <a:endParaRPr lang="de-DE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Federated Learning</a:t>
            </a:r>
            <a:endParaRPr lang="de-DE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48640" y="297180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Empirical Study of the Privacy-Robustness-Performance Trilemma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548640" y="3520440"/>
            <a:ext cx="8046360" cy="180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48640" y="365760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Jonas Müller  ·  Rebekka Schnoor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Master Project Seminar Data Protection and Data Security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Universität Hamburg  ·  </a:t>
            </a:r>
            <a:r>
              <a:rPr lang="en-US" sz="1200">
                <a:solidFill>
                  <a:srgbClr val="64748B"/>
                </a:solidFill>
                <a:latin typeface="Calibri"/>
              </a:rPr>
              <a:t>09 July</a:t>
            </a: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 2026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Outline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1861509" y="1213757"/>
            <a:ext cx="2559960" cy="13712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Shape 3"/>
          <p:cNvSpPr/>
          <p:nvPr/>
        </p:nvSpPr>
        <p:spPr>
          <a:xfrm>
            <a:off x="2026029" y="1378277"/>
            <a:ext cx="475200" cy="475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Text 4"/>
          <p:cNvSpPr/>
          <p:nvPr/>
        </p:nvSpPr>
        <p:spPr>
          <a:xfrm>
            <a:off x="2026029" y="1378277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01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5"/>
          <p:cNvSpPr/>
          <p:nvPr/>
        </p:nvSpPr>
        <p:spPr>
          <a:xfrm>
            <a:off x="2574669" y="1378277"/>
            <a:ext cx="16912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Accuracy Results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6"/>
          <p:cNvSpPr/>
          <p:nvPr/>
        </p:nvSpPr>
        <p:spPr>
          <a:xfrm>
            <a:off x="2026029" y="1872197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Training </a:t>
            </a:r>
            <a:r>
              <a:rPr lang="en-US" sz="1000">
                <a:solidFill>
                  <a:srgbClr val="64748B"/>
                </a:solidFill>
                <a:latin typeface="Calibri"/>
              </a:rPr>
              <a:t>accuracy across</a:t>
            </a: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 configurations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7"/>
          <p:cNvSpPr/>
          <p:nvPr/>
        </p:nvSpPr>
        <p:spPr>
          <a:xfrm>
            <a:off x="4833309" y="1213757"/>
            <a:ext cx="2559960" cy="13712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Shape 8"/>
          <p:cNvSpPr/>
          <p:nvPr/>
        </p:nvSpPr>
        <p:spPr>
          <a:xfrm>
            <a:off x="4997829" y="1378277"/>
            <a:ext cx="475200" cy="475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 9"/>
          <p:cNvSpPr/>
          <p:nvPr/>
        </p:nvSpPr>
        <p:spPr>
          <a:xfrm>
            <a:off x="4997829" y="1378277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02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0"/>
          <p:cNvSpPr/>
          <p:nvPr/>
        </p:nvSpPr>
        <p:spPr>
          <a:xfrm>
            <a:off x="5546469" y="1378277"/>
            <a:ext cx="16912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00" b="1">
                <a:solidFill>
                  <a:srgbClr val="1A2744"/>
                </a:solidFill>
                <a:latin typeface="Calibri"/>
              </a:rPr>
              <a:t>Trilemma Overview</a:t>
            </a:r>
            <a:endParaRPr lang="en-US"/>
          </a:p>
        </p:txBody>
      </p:sp>
      <p:sp>
        <p:nvSpPr>
          <p:cNvPr id="24" name="Text 11"/>
          <p:cNvSpPr/>
          <p:nvPr/>
        </p:nvSpPr>
        <p:spPr>
          <a:xfrm>
            <a:off x="4997829" y="1872197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>
                <a:solidFill>
                  <a:srgbClr val="64748B"/>
                </a:solidFill>
                <a:latin typeface="Calibri"/>
              </a:rPr>
              <a:t>Triangle visualization of results</a:t>
            </a:r>
            <a:endParaRPr lang="en-US"/>
          </a:p>
        </p:txBody>
      </p:sp>
      <p:sp>
        <p:nvSpPr>
          <p:cNvPr id="30" name="Shape 17"/>
          <p:cNvSpPr/>
          <p:nvPr/>
        </p:nvSpPr>
        <p:spPr>
          <a:xfrm>
            <a:off x="1861509" y="2951117"/>
            <a:ext cx="2559960" cy="13712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8"/>
          <p:cNvSpPr/>
          <p:nvPr/>
        </p:nvSpPr>
        <p:spPr>
          <a:xfrm>
            <a:off x="2026029" y="3115637"/>
            <a:ext cx="475200" cy="475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 19"/>
          <p:cNvSpPr/>
          <p:nvPr/>
        </p:nvSpPr>
        <p:spPr>
          <a:xfrm>
            <a:off x="2026029" y="3115637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>
                <a:solidFill>
                  <a:srgbClr val="FFFFFF"/>
                </a:solidFill>
                <a:latin typeface="Calibri"/>
              </a:rPr>
              <a:t>03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0"/>
          <p:cNvSpPr/>
          <p:nvPr/>
        </p:nvSpPr>
        <p:spPr>
          <a:xfrm>
            <a:off x="2574669" y="3115637"/>
            <a:ext cx="16912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00" b="1">
                <a:solidFill>
                  <a:srgbClr val="1A2744"/>
                </a:solidFill>
                <a:ea typeface="Calibri"/>
                <a:cs typeface="Calibri"/>
              </a:rPr>
              <a:t>Milestones</a:t>
            </a:r>
            <a:endParaRPr lang="en-US" sz="1300" b="1" dirty="0">
              <a:solidFill>
                <a:srgbClr val="1A2744"/>
              </a:solidFill>
              <a:ea typeface="Calibri"/>
              <a:cs typeface="Calibri"/>
            </a:endParaRPr>
          </a:p>
        </p:txBody>
      </p:sp>
      <p:sp>
        <p:nvSpPr>
          <p:cNvPr id="34" name="Text 21"/>
          <p:cNvSpPr/>
          <p:nvPr/>
        </p:nvSpPr>
        <p:spPr>
          <a:xfrm>
            <a:off x="2026029" y="3609557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de-DE" sz="1000" b="0" i="0" u="none" strike="noStrike" baseline="0" dirty="0">
                <a:solidFill>
                  <a:srgbClr val="64748B"/>
                </a:solidFill>
                <a:latin typeface="Calibri"/>
              </a:rPr>
              <a:t>Achievements and </a:t>
            </a:r>
            <a:r>
              <a:rPr lang="de-DE" sz="1000" b="0" i="0" u="none" strike="noStrike" baseline="0" dirty="0" err="1">
                <a:solidFill>
                  <a:srgbClr val="64748B"/>
                </a:solidFill>
                <a:latin typeface="Calibri"/>
              </a:rPr>
              <a:t>goals</a:t>
            </a:r>
            <a:r>
              <a:rPr lang="en-US" sz="1000" b="0" i="0" dirty="0">
                <a:latin typeface="Calibri"/>
              </a:rPr>
              <a:t>​</a:t>
            </a:r>
            <a:endParaRPr lang="en-US" sz="1000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sp>
        <p:nvSpPr>
          <p:cNvPr id="35" name="Shape 22"/>
          <p:cNvSpPr/>
          <p:nvPr/>
        </p:nvSpPr>
        <p:spPr>
          <a:xfrm>
            <a:off x="4833309" y="2951117"/>
            <a:ext cx="2559960" cy="13712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Shape 23"/>
          <p:cNvSpPr/>
          <p:nvPr/>
        </p:nvSpPr>
        <p:spPr>
          <a:xfrm>
            <a:off x="4997829" y="3115637"/>
            <a:ext cx="475200" cy="475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Text 24"/>
          <p:cNvSpPr/>
          <p:nvPr/>
        </p:nvSpPr>
        <p:spPr>
          <a:xfrm>
            <a:off x="4997829" y="3115637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>
                <a:solidFill>
                  <a:srgbClr val="FFFFFF"/>
                </a:solidFill>
                <a:latin typeface="Calibri"/>
              </a:rPr>
              <a:t>04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5"/>
          <p:cNvSpPr/>
          <p:nvPr/>
        </p:nvSpPr>
        <p:spPr>
          <a:xfrm>
            <a:off x="5546469" y="3115637"/>
            <a:ext cx="16912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13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Challenges </a:t>
            </a:r>
            <a:r>
              <a:rPr lang="en-US" sz="1300" b="1">
                <a:solidFill>
                  <a:srgbClr val="1A2744"/>
                </a:solidFill>
                <a:latin typeface="Calibri"/>
              </a:rPr>
              <a:t>and </a:t>
            </a:r>
            <a:r>
              <a:rPr lang="en-US" sz="13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Next Steps</a:t>
            </a:r>
            <a:endParaRPr lang="en-US" sz="1300">
              <a:solidFill>
                <a:srgbClr val="1A2744"/>
              </a:solidFill>
              <a:latin typeface="Calibri"/>
            </a:endParaRPr>
          </a:p>
        </p:txBody>
      </p:sp>
      <p:sp>
        <p:nvSpPr>
          <p:cNvPr id="39" name="Text 26"/>
          <p:cNvSpPr/>
          <p:nvPr/>
        </p:nvSpPr>
        <p:spPr>
          <a:xfrm>
            <a:off x="4997829" y="3609557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>
                <a:solidFill>
                  <a:srgbClr val="64748B"/>
                </a:solidFill>
                <a:latin typeface="Calibri"/>
              </a:rPr>
              <a:t>Current hardships </a:t>
            </a: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and </a:t>
            </a:r>
            <a:r>
              <a:rPr lang="en-US" sz="1000">
                <a:solidFill>
                  <a:srgbClr val="64748B"/>
                </a:solidFill>
                <a:latin typeface="Calibri"/>
              </a:rPr>
              <a:t>how to proceed</a:t>
            </a:r>
          </a:p>
        </p:txBody>
      </p:sp>
      <p:sp>
        <p:nvSpPr>
          <p:cNvPr id="40" name="Text 32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Accuracy Results – Training Convergence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300446" y="15935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Training accuracy for all 8 configurations.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Picture 7" descr="A graph of different colored squares&#10;&#10;AI-generated content may be incorrect."/>
          <p:cNvPicPr/>
          <p:nvPr/>
        </p:nvPicPr>
        <p:blipFill>
          <a:blip r:embed="rId3"/>
          <a:srcRect t="626" r="-156" b="27200"/>
          <a:stretch>
            <a:fillRect/>
          </a:stretch>
        </p:blipFill>
        <p:spPr>
          <a:xfrm>
            <a:off x="174597" y="1993965"/>
            <a:ext cx="8653862" cy="2472557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Shape 5"/>
          <p:cNvSpPr/>
          <p:nvPr/>
        </p:nvSpPr>
        <p:spPr>
          <a:xfrm>
            <a:off x="7253280" y="1280880"/>
            <a:ext cx="1575720" cy="140148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6"/>
          <p:cNvSpPr/>
          <p:nvPr/>
        </p:nvSpPr>
        <p:spPr>
          <a:xfrm>
            <a:off x="7290360" y="1342800"/>
            <a:ext cx="1425600" cy="14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Parameters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7290360" y="1477080"/>
            <a:ext cx="1425600" cy="128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9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" name="Picture 22" descr="A computer screen shot of a code&#10;&#10;AI-generated content may be incorrect."/>
          <p:cNvPicPr/>
          <p:nvPr/>
        </p:nvPicPr>
        <p:blipFill>
          <a:blip r:embed="rId4"/>
          <a:srcRect l="11968" r="39179" b="592"/>
          <a:stretch>
            <a:fillRect/>
          </a:stretch>
        </p:blipFill>
        <p:spPr>
          <a:xfrm>
            <a:off x="7452401" y="1592323"/>
            <a:ext cx="1170519" cy="91149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BD045C7-2469-E517-4498-84A12498778E}"/>
              </a:ext>
            </a:extLst>
          </p:cNvPr>
          <p:cNvSpPr txBox="1"/>
          <p:nvPr/>
        </p:nvSpPr>
        <p:spPr>
          <a:xfrm>
            <a:off x="750373" y="4469430"/>
            <a:ext cx="583072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00">
                <a:ea typeface="Calibri"/>
                <a:cs typeface="Calibri"/>
              </a:rPr>
              <a:t>BASE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40D182-4E1E-B17F-DC51-A9B567197D00}"/>
              </a:ext>
            </a:extLst>
          </p:cNvPr>
          <p:cNvSpPr txBox="1"/>
          <p:nvPr/>
        </p:nvSpPr>
        <p:spPr>
          <a:xfrm>
            <a:off x="1599459" y="4469430"/>
            <a:ext cx="583072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00">
                <a:ea typeface="Calibri"/>
                <a:cs typeface="Calibri"/>
              </a:rPr>
              <a:t>DP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4A660-5B65-6BAC-AD0E-1CE733186486}"/>
              </a:ext>
            </a:extLst>
          </p:cNvPr>
          <p:cNvSpPr txBox="1"/>
          <p:nvPr/>
        </p:nvSpPr>
        <p:spPr>
          <a:xfrm>
            <a:off x="2998272" y="4469429"/>
            <a:ext cx="583072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00">
                <a:ea typeface="Calibri"/>
                <a:cs typeface="Calibri"/>
              </a:rPr>
              <a:t>Top-k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5F6335-A77F-737F-0412-65C475B7F3E9}"/>
              </a:ext>
            </a:extLst>
          </p:cNvPr>
          <p:cNvSpPr txBox="1"/>
          <p:nvPr/>
        </p:nvSpPr>
        <p:spPr>
          <a:xfrm>
            <a:off x="2285258" y="4469429"/>
            <a:ext cx="583072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00" dirty="0" err="1">
                <a:ea typeface="Calibri"/>
                <a:cs typeface="Calibri"/>
              </a:rPr>
              <a:t>FLTrust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EC6875-BE46-F0A1-3920-BA2249272603}"/>
              </a:ext>
            </a:extLst>
          </p:cNvPr>
          <p:cNvSpPr txBox="1"/>
          <p:nvPr/>
        </p:nvSpPr>
        <p:spPr>
          <a:xfrm>
            <a:off x="3782044" y="4469430"/>
            <a:ext cx="795344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ea typeface="Calibri"/>
                <a:cs typeface="Calibri"/>
              </a:rPr>
              <a:t>DP + </a:t>
            </a:r>
            <a:r>
              <a:rPr lang="en-US" sz="900" dirty="0" err="1">
                <a:ea typeface="Calibri"/>
                <a:cs typeface="Calibri"/>
              </a:rPr>
              <a:t>FLTr</a:t>
            </a:r>
            <a:r>
              <a:rPr lang="en-US" sz="900" dirty="0">
                <a:ea typeface="Calibri"/>
                <a:cs typeface="Calibri"/>
              </a:rPr>
              <a:t>ust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AC521-EE21-87C2-386B-2A1F037FD599}"/>
              </a:ext>
            </a:extLst>
          </p:cNvPr>
          <p:cNvSpPr txBox="1"/>
          <p:nvPr/>
        </p:nvSpPr>
        <p:spPr>
          <a:xfrm>
            <a:off x="5017572" y="4469430"/>
            <a:ext cx="653830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00" err="1">
                <a:ea typeface="Calibri"/>
                <a:cs typeface="Calibri"/>
              </a:rPr>
              <a:t>DP+Top-k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95F241-391B-A816-C75D-E039E7A3D857}"/>
              </a:ext>
            </a:extLst>
          </p:cNvPr>
          <p:cNvSpPr txBox="1"/>
          <p:nvPr/>
        </p:nvSpPr>
        <p:spPr>
          <a:xfrm>
            <a:off x="6111587" y="4469429"/>
            <a:ext cx="1040271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 err="1">
                <a:ea typeface="Calibri"/>
                <a:cs typeface="Calibri"/>
              </a:rPr>
              <a:t>FLTrust</a:t>
            </a:r>
            <a:r>
              <a:rPr lang="en-US" sz="900" dirty="0">
                <a:ea typeface="Calibri"/>
                <a:cs typeface="Calibri"/>
              </a:rPr>
              <a:t> + Top-k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E5C2E6-D2A3-AB11-2E37-0A0856FEBF47}"/>
              </a:ext>
            </a:extLst>
          </p:cNvPr>
          <p:cNvSpPr txBox="1"/>
          <p:nvPr/>
        </p:nvSpPr>
        <p:spPr>
          <a:xfrm>
            <a:off x="7543059" y="4469429"/>
            <a:ext cx="583072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00">
                <a:ea typeface="Calibri"/>
                <a:cs typeface="Calibri"/>
              </a:rPr>
              <a:t>FULL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B33EFC-A2D8-B2A2-75C0-2CEF45C492B5}"/>
              </a:ext>
            </a:extLst>
          </p:cNvPr>
          <p:cNvSpPr/>
          <p:nvPr/>
        </p:nvSpPr>
        <p:spPr>
          <a:xfrm>
            <a:off x="4719451" y="3818411"/>
            <a:ext cx="296552" cy="6175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127651-0845-C159-8226-0873067DC781}"/>
              </a:ext>
            </a:extLst>
          </p:cNvPr>
          <p:cNvSpPr/>
          <p:nvPr/>
        </p:nvSpPr>
        <p:spPr>
          <a:xfrm>
            <a:off x="5138550" y="3818411"/>
            <a:ext cx="296552" cy="6175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710CA8-F224-08DC-E7F8-5E48C989780B}"/>
              </a:ext>
            </a:extLst>
          </p:cNvPr>
          <p:cNvSpPr/>
          <p:nvPr/>
        </p:nvSpPr>
        <p:spPr>
          <a:xfrm>
            <a:off x="7952508" y="3818410"/>
            <a:ext cx="296552" cy="6175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430468C-C3DB-9E5B-55C4-79BE85AA3C54}"/>
              </a:ext>
            </a:extLst>
          </p:cNvPr>
          <p:cNvSpPr/>
          <p:nvPr/>
        </p:nvSpPr>
        <p:spPr>
          <a:xfrm>
            <a:off x="7533407" y="3818410"/>
            <a:ext cx="296552" cy="6175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7DE05E-F128-0646-FF72-79E74711F5E7}"/>
              </a:ext>
            </a:extLst>
          </p:cNvPr>
          <p:cNvSpPr/>
          <p:nvPr/>
        </p:nvSpPr>
        <p:spPr>
          <a:xfrm>
            <a:off x="7103423" y="3617026"/>
            <a:ext cx="296552" cy="81890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209A74-990E-0C70-F33A-83DBD2BD2A17}"/>
              </a:ext>
            </a:extLst>
          </p:cNvPr>
          <p:cNvSpPr/>
          <p:nvPr/>
        </p:nvSpPr>
        <p:spPr>
          <a:xfrm>
            <a:off x="5563093" y="3812968"/>
            <a:ext cx="296552" cy="6175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Accuracy Results – Training Convergence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Training accuracy and loss over communication rounds for all 8 configurations.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365760" y="1143000"/>
            <a:ext cx="841212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 &amp; Loss per Round – All Configs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0"/>
          <p:cNvPicPr/>
          <p:nvPr/>
        </p:nvPicPr>
        <p:blipFill>
          <a:blip r:embed="rId3"/>
          <a:stretch/>
        </p:blipFill>
        <p:spPr>
          <a:xfrm>
            <a:off x="0" y="1463040"/>
            <a:ext cx="9143640" cy="288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Accuracy Results – Training Convergence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Training accuracy and loss over communication rounds.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4"/>
          <p:cNvSpPr/>
          <p:nvPr/>
        </p:nvSpPr>
        <p:spPr>
          <a:xfrm>
            <a:off x="365760" y="1143000"/>
            <a:ext cx="841212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 &amp; Loss per Round – All Configs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Picture 12"/>
          <p:cNvPicPr/>
          <p:nvPr/>
        </p:nvPicPr>
        <p:blipFill>
          <a:blip r:embed="rId3"/>
          <a:stretch/>
        </p:blipFill>
        <p:spPr>
          <a:xfrm>
            <a:off x="0" y="1154160"/>
            <a:ext cx="9143640" cy="2835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Accuracy Results – Training Convergence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Training accuracy and loss over communication rounds.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365760" y="1143000"/>
            <a:ext cx="841212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 &amp; Loss per Round – All Configs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7"/>
          <p:cNvPicPr/>
          <p:nvPr/>
        </p:nvPicPr>
        <p:blipFill>
          <a:blip r:embed="rId3"/>
          <a:stretch/>
        </p:blipFill>
        <p:spPr>
          <a:xfrm>
            <a:off x="0" y="1143000"/>
            <a:ext cx="9143640" cy="3293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Privacy–Performance Tradeoff (DP-SGD)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Effect of differential privacy (ε budget) on model accuracy across training rounds.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365760" y="1143000"/>
            <a:ext cx="841212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 &amp; Loss per Round – All Configs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7"/>
          <p:cNvPicPr/>
          <p:nvPr/>
        </p:nvPicPr>
        <p:blipFill>
          <a:blip r:embed="rId3"/>
          <a:stretch/>
        </p:blipFill>
        <p:spPr>
          <a:xfrm>
            <a:off x="124200" y="1188720"/>
            <a:ext cx="4871880" cy="151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Picture 9"/>
          <p:cNvPicPr/>
          <p:nvPr/>
        </p:nvPicPr>
        <p:blipFill>
          <a:blip r:embed="rId4"/>
          <a:stretch/>
        </p:blipFill>
        <p:spPr>
          <a:xfrm>
            <a:off x="2160" y="1192680"/>
            <a:ext cx="9139680" cy="3018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Privacy–Performance Tradeoff (DP-SGD)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Effect of differential privacy (ε budget) on model accuracy across training rounds.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365760" y="1143000"/>
            <a:ext cx="4023000" cy="3382920"/>
          </a:xfrm>
          <a:prstGeom prst="rect">
            <a:avLst/>
          </a:prstGeom>
          <a:solidFill>
            <a:srgbClr val="E8F4FD"/>
          </a:solidFill>
          <a:ln w="19050">
            <a:solidFill>
              <a:srgbClr val="0EA5E9"/>
            </a:solidFill>
            <a:prstDash val="dash"/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 4"/>
          <p:cNvSpPr/>
          <p:nvPr/>
        </p:nvSpPr>
        <p:spPr>
          <a:xfrm>
            <a:off x="365760" y="1143000"/>
            <a:ext cx="402300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DP vs. No-DP: Accuracy over Rounds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5"/>
          <p:cNvSpPr/>
          <p:nvPr/>
        </p:nvSpPr>
        <p:spPr>
          <a:xfrm>
            <a:off x="4754880" y="1143000"/>
            <a:ext cx="4023000" cy="3382920"/>
          </a:xfrm>
          <a:prstGeom prst="rect">
            <a:avLst/>
          </a:prstGeom>
          <a:solidFill>
            <a:srgbClr val="E8F4FD"/>
          </a:solidFill>
          <a:ln w="19050">
            <a:solidFill>
              <a:srgbClr val="0EA5E9"/>
            </a:solidFill>
            <a:prstDash val="dash"/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 6"/>
          <p:cNvSpPr/>
          <p:nvPr/>
        </p:nvSpPr>
        <p:spPr>
          <a:xfrm>
            <a:off x="4754880" y="1143000"/>
            <a:ext cx="402300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Privacy Budget (ε) Accumulation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Robustness Results – FLTrust vs. Label-Flip Attack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FLTrust aggregation defending against malicious clients performing label-flip attacks.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365760" y="1143000"/>
            <a:ext cx="4023000" cy="3382920"/>
          </a:xfrm>
          <a:prstGeom prst="rect">
            <a:avLst/>
          </a:prstGeom>
          <a:solidFill>
            <a:srgbClr val="E8F4FD"/>
          </a:solidFill>
          <a:ln w="19050">
            <a:solidFill>
              <a:srgbClr val="0EA5E9"/>
            </a:solidFill>
            <a:prstDash val="dash"/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 4"/>
          <p:cNvSpPr/>
          <p:nvPr/>
        </p:nvSpPr>
        <p:spPr>
          <a:xfrm>
            <a:off x="365760" y="1143000"/>
            <a:ext cx="402300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Accuracy: Baseline vs. Attack vs. FLTrust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4754880" y="1143000"/>
            <a:ext cx="4023000" cy="3382920"/>
          </a:xfrm>
          <a:prstGeom prst="rect">
            <a:avLst/>
          </a:prstGeom>
          <a:solidFill>
            <a:srgbClr val="E8F4FD"/>
          </a:solidFill>
          <a:ln w="19050">
            <a:solidFill>
              <a:srgbClr val="0EA5E9"/>
            </a:solidFill>
            <a:prstDash val="dash"/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6"/>
          <p:cNvSpPr/>
          <p:nvPr/>
        </p:nvSpPr>
        <p:spPr>
          <a:xfrm>
            <a:off x="4754880" y="1143000"/>
            <a:ext cx="402300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Per-Class F1 Score Comparison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Compression Results – Top-k Gradient Sparsification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Top-k compression retains only the k% largest gradient values per round.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365760" y="1143000"/>
            <a:ext cx="4023000" cy="3382920"/>
          </a:xfrm>
          <a:prstGeom prst="rect">
            <a:avLst/>
          </a:prstGeom>
          <a:solidFill>
            <a:srgbClr val="E8F4FD"/>
          </a:solidFill>
          <a:ln w="19050">
            <a:solidFill>
              <a:srgbClr val="0EA5E9"/>
            </a:solidFill>
            <a:prstDash val="dash"/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 4"/>
          <p:cNvSpPr/>
          <p:nvPr/>
        </p:nvSpPr>
        <p:spPr>
          <a:xfrm>
            <a:off x="365760" y="1143000"/>
            <a:ext cx="402300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Accuracy: Full vs. Top-k Compressed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5"/>
          <p:cNvSpPr/>
          <p:nvPr/>
        </p:nvSpPr>
        <p:spPr>
          <a:xfrm>
            <a:off x="4754880" y="1143000"/>
            <a:ext cx="4023000" cy="3382920"/>
          </a:xfrm>
          <a:prstGeom prst="rect">
            <a:avLst/>
          </a:prstGeom>
          <a:solidFill>
            <a:srgbClr val="E8F4FD"/>
          </a:solidFill>
          <a:ln w="19050">
            <a:solidFill>
              <a:srgbClr val="0EA5E9"/>
            </a:solidFill>
            <a:prstDash val="dash"/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4754880" y="1143000"/>
            <a:ext cx="402300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Loss Convergence Rate Comparison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Trilemma Overview – All 8 Configurations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Radar charts summarising the privacy–robustness–performance balance per configuration.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365760" y="1143000"/>
            <a:ext cx="530316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Radar Chart – Privacy / Robustness / Performance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6400800" y="1144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Configurations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8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11"/>
          <p:cNvPicPr/>
          <p:nvPr/>
        </p:nvPicPr>
        <p:blipFill>
          <a:blip r:embed="rId3"/>
          <a:stretch/>
        </p:blipFill>
        <p:spPr>
          <a:xfrm>
            <a:off x="424440" y="685800"/>
            <a:ext cx="8164080" cy="4263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Trilemma Overview – All 8 Configurations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Analysis of Trilemma Radar Chart.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4"/>
          <p:cNvSpPr/>
          <p:nvPr/>
        </p:nvSpPr>
        <p:spPr>
          <a:xfrm>
            <a:off x="365760" y="1143000"/>
            <a:ext cx="402300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Accuracy: Full vs. Top-k Compressed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4"/>
          <p:cNvSpPr/>
          <p:nvPr/>
        </p:nvSpPr>
        <p:spPr>
          <a:xfrm>
            <a:off x="365760" y="1143000"/>
            <a:ext cx="4023000" cy="33829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Picture 14" descr="A diagram of a triangle with different colored lines&#10;&#10;AI-generated content may be incorrect."/>
          <p:cNvPicPr/>
          <p:nvPr/>
        </p:nvPicPr>
        <p:blipFill>
          <a:blip r:embed="rId3"/>
          <a:srcRect l="32401" t="745" r="32346" b="33788"/>
          <a:stretch>
            <a:fillRect/>
          </a:stretch>
        </p:blipFill>
        <p:spPr>
          <a:xfrm>
            <a:off x="4652656" y="1143304"/>
            <a:ext cx="4121354" cy="338687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9"/>
          <p:cNvSpPr/>
          <p:nvPr/>
        </p:nvSpPr>
        <p:spPr>
          <a:xfrm>
            <a:off x="529200" y="1357560"/>
            <a:ext cx="315432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Takeaways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0"/>
          <p:cNvSpPr/>
          <p:nvPr/>
        </p:nvSpPr>
        <p:spPr>
          <a:xfrm>
            <a:off x="529200" y="1851840"/>
            <a:ext cx="3644022" cy="147234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171450" indent="-171450">
              <a:lnSpc>
                <a:spcPct val="200000"/>
              </a:lnSpc>
              <a:buFont typeface="Arial"/>
              <a:buChar char="•"/>
              <a:tabLst>
                <a:tab pos="0" algn="l"/>
              </a:tabLst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Individual goals achievable</a:t>
            </a:r>
            <a:endParaRPr lang="en-US" sz="1100" dirty="0">
              <a:solidFill>
                <a:srgbClr val="64748B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200000"/>
              </a:lnSpc>
              <a:buFont typeface="Arial"/>
              <a:buChar char="•"/>
              <a:tabLst>
                <a:tab pos="0" algn="l"/>
              </a:tabLst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Privacy and Robustness conflict</a:t>
            </a:r>
            <a:endParaRPr lang="en-US"/>
          </a:p>
          <a:p>
            <a:pPr marL="171450" indent="-171450">
              <a:lnSpc>
                <a:spcPct val="200000"/>
              </a:lnSpc>
              <a:buFont typeface="Arial"/>
              <a:buChar char="•"/>
              <a:tabLst>
                <a:tab pos="0" algn="l"/>
              </a:tabLst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Privacy + Efficiency difficult to combine</a:t>
            </a:r>
            <a:endParaRPr lang="en-US" sz="1100" dirty="0">
              <a:solidFill>
                <a:srgbClr val="64748B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" name="Graphic 1" descr="Chevron arrows with solid fill">
            <a:extLst>
              <a:ext uri="{FF2B5EF4-FFF2-40B4-BE49-F238E27FC236}">
                <a16:creationId xmlns:a16="http://schemas.microsoft.com/office/drawing/2014/main" id="{6337A5EB-4C66-9C1E-EFA0-EC059E8BF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7957" y="3600450"/>
            <a:ext cx="560615" cy="5606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89E525-F296-B1AC-2400-9A46C6ACDD62}"/>
              </a:ext>
            </a:extLst>
          </p:cNvPr>
          <p:cNvSpPr txBox="1"/>
          <p:nvPr/>
        </p:nvSpPr>
        <p:spPr>
          <a:xfrm>
            <a:off x="1174441" y="3666002"/>
            <a:ext cx="2757626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 b="1">
                <a:solidFill>
                  <a:srgbClr val="64748B"/>
                </a:solidFill>
                <a:ea typeface="Calibri"/>
                <a:cs typeface="Calibri"/>
              </a:rPr>
              <a:t>Tradeoff visible: </a:t>
            </a:r>
            <a:r>
              <a:rPr lang="en-US" sz="1100">
                <a:solidFill>
                  <a:srgbClr val="64748B"/>
                </a:solidFill>
                <a:ea typeface="Calibri"/>
                <a:cs typeface="Calibri"/>
              </a:rPr>
              <a:t>We encounter a maximum size for each triangle</a:t>
            </a:r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6651161-17B8-44C5-A3B5-0F2474491378}"/>
              </a:ext>
            </a:extLst>
          </p:cNvPr>
          <p:cNvCxnSpPr/>
          <p:nvPr/>
        </p:nvCxnSpPr>
        <p:spPr>
          <a:xfrm>
            <a:off x="566162" y="3626845"/>
            <a:ext cx="3440097" cy="5548"/>
          </a:xfrm>
          <a:prstGeom prst="straightConnector1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B90F867-111E-3B25-1532-9E28468CE918}"/>
              </a:ext>
            </a:extLst>
          </p:cNvPr>
          <p:cNvCxnSpPr>
            <a:cxnSpLocks/>
          </p:cNvCxnSpPr>
          <p:nvPr/>
        </p:nvCxnSpPr>
        <p:spPr>
          <a:xfrm>
            <a:off x="566162" y="4127588"/>
            <a:ext cx="3440097" cy="5548"/>
          </a:xfrm>
          <a:prstGeom prst="straightConnector1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Intermediate Evaluation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6400800" y="1144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Configurations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Picture 5"/>
          <p:cNvPicPr/>
          <p:nvPr/>
        </p:nvPicPr>
        <p:blipFill>
          <a:blip r:embed="rId3"/>
          <a:stretch/>
        </p:blipFill>
        <p:spPr>
          <a:xfrm>
            <a:off x="274320" y="685800"/>
            <a:ext cx="8595000" cy="4248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Intermediate Evaluation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6400800" y="1144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Configurations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Picture 5"/>
          <p:cNvPicPr/>
          <p:nvPr/>
        </p:nvPicPr>
        <p:blipFill>
          <a:blip r:embed="rId3"/>
          <a:stretch/>
        </p:blipFill>
        <p:spPr>
          <a:xfrm>
            <a:off x="274320" y="685800"/>
            <a:ext cx="8595000" cy="424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Rectangle 6"/>
          <p:cNvSpPr/>
          <p:nvPr/>
        </p:nvSpPr>
        <p:spPr>
          <a:xfrm>
            <a:off x="2441880" y="3907800"/>
            <a:ext cx="1951200" cy="16704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  <p:sp>
        <p:nvSpPr>
          <p:cNvPr id="132" name="Rectangle 10"/>
          <p:cNvSpPr/>
          <p:nvPr/>
        </p:nvSpPr>
        <p:spPr>
          <a:xfrm>
            <a:off x="3417480" y="3007800"/>
            <a:ext cx="180000" cy="181296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12"/>
          <p:cNvSpPr/>
          <p:nvPr/>
        </p:nvSpPr>
        <p:spPr>
          <a:xfrm>
            <a:off x="6725160" y="3901320"/>
            <a:ext cx="1951200" cy="16704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14"/>
          <p:cNvSpPr/>
          <p:nvPr/>
        </p:nvSpPr>
        <p:spPr>
          <a:xfrm>
            <a:off x="7700760" y="3001320"/>
            <a:ext cx="180000" cy="181296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16"/>
          <p:cNvSpPr/>
          <p:nvPr/>
        </p:nvSpPr>
        <p:spPr>
          <a:xfrm>
            <a:off x="2441880" y="1875960"/>
            <a:ext cx="1951200" cy="16704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  <p:sp>
        <p:nvSpPr>
          <p:cNvPr id="136" name="Rectangle 18"/>
          <p:cNvSpPr/>
          <p:nvPr/>
        </p:nvSpPr>
        <p:spPr>
          <a:xfrm>
            <a:off x="3417480" y="975600"/>
            <a:ext cx="180000" cy="181296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297000" y="3894840"/>
            <a:ext cx="1951200" cy="16704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  <p:sp>
        <p:nvSpPr>
          <p:cNvPr id="138" name="Rectangle 22"/>
          <p:cNvSpPr/>
          <p:nvPr/>
        </p:nvSpPr>
        <p:spPr>
          <a:xfrm>
            <a:off x="1272960" y="2994840"/>
            <a:ext cx="180000" cy="181296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accent2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Intermediate Evaluation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6400800" y="1144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Configurations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5"/>
          <p:cNvPicPr/>
          <p:nvPr/>
        </p:nvPicPr>
        <p:blipFill>
          <a:blip r:embed="rId3"/>
          <a:stretch/>
        </p:blipFill>
        <p:spPr>
          <a:xfrm>
            <a:off x="0" y="585720"/>
            <a:ext cx="9143640" cy="3971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Intermediate Evaluation – Config 1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365760" y="1143000"/>
            <a:ext cx="530316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Radar Chart – Privacy / Robustness / Performance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6400800" y="1144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Configurations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Picture 6"/>
          <p:cNvPicPr/>
          <p:nvPr/>
        </p:nvPicPr>
        <p:blipFill>
          <a:blip r:embed="rId3"/>
          <a:stretch/>
        </p:blipFill>
        <p:spPr>
          <a:xfrm>
            <a:off x="0" y="1293120"/>
            <a:ext cx="9143640" cy="2991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Intermediate Evaluation – Config 8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365760" y="1143000"/>
            <a:ext cx="530316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Radar Chart – Privacy / Robustness / Performance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6"/>
          <p:cNvSpPr/>
          <p:nvPr/>
        </p:nvSpPr>
        <p:spPr>
          <a:xfrm>
            <a:off x="6400800" y="1144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Configurations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8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Picture 6"/>
          <p:cNvPicPr/>
          <p:nvPr/>
        </p:nvPicPr>
        <p:blipFill>
          <a:blip r:embed="rId3"/>
          <a:stretch/>
        </p:blipFill>
        <p:spPr>
          <a:xfrm>
            <a:off x="0" y="1293120"/>
            <a:ext cx="9143640" cy="2991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CBE180-9358-4532-8920-DA08AC2B0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">
            <a:extLst>
              <a:ext uri="{FF2B5EF4-FFF2-40B4-BE49-F238E27FC236}">
                <a16:creationId xmlns:a16="http://schemas.microsoft.com/office/drawing/2014/main" id="{1AE392C9-D95D-C9D6-0423-C72B87B805F6}"/>
              </a:ext>
            </a:extLst>
          </p:cNvPr>
          <p:cNvSpPr/>
          <p:nvPr/>
        </p:nvSpPr>
        <p:spPr>
          <a:xfrm>
            <a:off x="340723" y="1177834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Shape 20">
            <a:extLst>
              <a:ext uri="{FF2B5EF4-FFF2-40B4-BE49-F238E27FC236}">
                <a16:creationId xmlns:a16="http://schemas.microsoft.com/office/drawing/2014/main" id="{CE65F50B-D2D9-16E1-0E2F-5416DD5C4A1D}"/>
              </a:ext>
            </a:extLst>
          </p:cNvPr>
          <p:cNvSpPr/>
          <p:nvPr/>
        </p:nvSpPr>
        <p:spPr>
          <a:xfrm>
            <a:off x="340723" y="2366554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Shape 24">
            <a:extLst>
              <a:ext uri="{FF2B5EF4-FFF2-40B4-BE49-F238E27FC236}">
                <a16:creationId xmlns:a16="http://schemas.microsoft.com/office/drawing/2014/main" id="{ED47CD86-0080-8DA4-3B10-A96D66A9D3B9}"/>
              </a:ext>
            </a:extLst>
          </p:cNvPr>
          <p:cNvSpPr/>
          <p:nvPr/>
        </p:nvSpPr>
        <p:spPr>
          <a:xfrm>
            <a:off x="340723" y="3555274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0">
            <a:extLst>
              <a:ext uri="{FF2B5EF4-FFF2-40B4-BE49-F238E27FC236}">
                <a16:creationId xmlns:a16="http://schemas.microsoft.com/office/drawing/2014/main" id="{D45F7359-E3DF-D4E2-6387-01A49E141B2A}"/>
              </a:ext>
            </a:extLst>
          </p:cNvPr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1">
            <a:extLst>
              <a:ext uri="{FF2B5EF4-FFF2-40B4-BE49-F238E27FC236}">
                <a16:creationId xmlns:a16="http://schemas.microsoft.com/office/drawing/2014/main" id="{72D77F92-0FF4-EE29-C51C-0604ADA0C023}"/>
              </a:ext>
            </a:extLst>
          </p:cNvPr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>
                <a:solidFill>
                  <a:srgbClr val="FFFFFF"/>
                </a:solidFill>
                <a:latin typeface="Calibri"/>
              </a:rPr>
              <a:t>Milestones</a:t>
            </a:r>
            <a:endParaRPr lang="en-US"/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3C7F68CD-E9D4-51B8-4A01-4A0AE394918D}"/>
              </a:ext>
            </a:extLst>
          </p:cNvPr>
          <p:cNvSpPr/>
          <p:nvPr/>
        </p:nvSpPr>
        <p:spPr>
          <a:xfrm>
            <a:off x="320040" y="8229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>
                <a:solidFill>
                  <a:schemeClr val="accent6"/>
                </a:solidFill>
                <a:latin typeface="Calibri"/>
              </a:rPr>
              <a:t>Achievements</a:t>
            </a:r>
            <a:endParaRPr lang="de-DE" sz="1300">
              <a:solidFill>
                <a:schemeClr val="accent6"/>
              </a:solidFill>
              <a:latin typeface="Arial"/>
              <a:cs typeface="Arial"/>
            </a:endParaRPr>
          </a:p>
        </p:txBody>
      </p:sp>
      <p:sp>
        <p:nvSpPr>
          <p:cNvPr id="164" name="Text 5">
            <a:extLst>
              <a:ext uri="{FF2B5EF4-FFF2-40B4-BE49-F238E27FC236}">
                <a16:creationId xmlns:a16="http://schemas.microsoft.com/office/drawing/2014/main" id="{48DD8605-A1CE-D511-1849-929D0AF404F5}"/>
              </a:ext>
            </a:extLst>
          </p:cNvPr>
          <p:cNvSpPr/>
          <p:nvPr/>
        </p:nvSpPr>
        <p:spPr>
          <a:xfrm>
            <a:off x="903514" y="1296489"/>
            <a:ext cx="3154320" cy="3000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>
                <a:solidFill>
                  <a:srgbClr val="1A2744"/>
                </a:solidFill>
                <a:latin typeface="Calibri"/>
              </a:rPr>
              <a:t>MNIST implementation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>
            <a:extLst>
              <a:ext uri="{FF2B5EF4-FFF2-40B4-BE49-F238E27FC236}">
                <a16:creationId xmlns:a16="http://schemas.microsoft.com/office/drawing/2014/main" id="{28C006C5-26CA-2AA4-EB59-EEC45061CDDD}"/>
              </a:ext>
            </a:extLst>
          </p:cNvPr>
          <p:cNvSpPr/>
          <p:nvPr/>
        </p:nvSpPr>
        <p:spPr>
          <a:xfrm>
            <a:off x="881743" y="1544683"/>
            <a:ext cx="3154320" cy="5128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5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Full operational pipeline integrating all mechanisms</a:t>
            </a:r>
            <a:endParaRPr lang="en-US" sz="950">
              <a:solidFill>
                <a:srgbClr val="64748B"/>
              </a:solidFill>
              <a:ea typeface="Calibri"/>
              <a:cs typeface="Calibri"/>
            </a:endParaRPr>
          </a:p>
        </p:txBody>
      </p:sp>
      <p:sp>
        <p:nvSpPr>
          <p:cNvPr id="168" name="Text 9">
            <a:extLst>
              <a:ext uri="{FF2B5EF4-FFF2-40B4-BE49-F238E27FC236}">
                <a16:creationId xmlns:a16="http://schemas.microsoft.com/office/drawing/2014/main" id="{58CF4A7C-F6DB-2D96-88FD-947BDE9D466E}"/>
              </a:ext>
            </a:extLst>
          </p:cNvPr>
          <p:cNvSpPr/>
          <p:nvPr/>
        </p:nvSpPr>
        <p:spPr>
          <a:xfrm>
            <a:off x="865415" y="2471109"/>
            <a:ext cx="3154320" cy="3109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1100" b="1">
                <a:solidFill>
                  <a:srgbClr val="1A2744"/>
                </a:solidFill>
                <a:latin typeface="Calibri"/>
              </a:rPr>
              <a:t>Seed control for consistent results</a:t>
            </a:r>
            <a:endParaRPr lang="en-US" sz="1100" b="1">
              <a:solidFill>
                <a:srgbClr val="1A2744"/>
              </a:solidFill>
              <a:ea typeface="Calibri"/>
              <a:cs typeface="Calibri"/>
            </a:endParaRPr>
          </a:p>
        </p:txBody>
      </p:sp>
      <p:sp>
        <p:nvSpPr>
          <p:cNvPr id="169" name="Text 10">
            <a:extLst>
              <a:ext uri="{FF2B5EF4-FFF2-40B4-BE49-F238E27FC236}">
                <a16:creationId xmlns:a16="http://schemas.microsoft.com/office/drawing/2014/main" id="{2D36C9A7-CC35-A669-A5D9-3369F7FC40AC}"/>
              </a:ext>
            </a:extLst>
          </p:cNvPr>
          <p:cNvSpPr/>
          <p:nvPr/>
        </p:nvSpPr>
        <p:spPr>
          <a:xfrm>
            <a:off x="865415" y="2686646"/>
            <a:ext cx="3154320" cy="5291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50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Mitigate ini</a:t>
            </a:r>
            <a:r>
              <a:rPr lang="en-US" sz="95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tialization randomness</a:t>
            </a:r>
            <a:endParaRPr lang="en-US"/>
          </a:p>
        </p:txBody>
      </p:sp>
      <p:sp>
        <p:nvSpPr>
          <p:cNvPr id="172" name="Text 13">
            <a:extLst>
              <a:ext uri="{FF2B5EF4-FFF2-40B4-BE49-F238E27FC236}">
                <a16:creationId xmlns:a16="http://schemas.microsoft.com/office/drawing/2014/main" id="{4C4BD57C-8306-E372-554F-3602CC5107F6}"/>
              </a:ext>
            </a:extLst>
          </p:cNvPr>
          <p:cNvSpPr/>
          <p:nvPr/>
        </p:nvSpPr>
        <p:spPr>
          <a:xfrm>
            <a:off x="881742" y="3670209"/>
            <a:ext cx="3154320" cy="3000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>
                <a:solidFill>
                  <a:srgbClr val="1A2744"/>
                </a:solidFill>
                <a:latin typeface="Calibri"/>
              </a:rPr>
              <a:t>Confirmation of Trilemma</a:t>
            </a:r>
            <a:endParaRPr lang="en-US"/>
          </a:p>
        </p:txBody>
      </p:sp>
      <p:sp>
        <p:nvSpPr>
          <p:cNvPr id="173" name="Text 14">
            <a:extLst>
              <a:ext uri="{FF2B5EF4-FFF2-40B4-BE49-F238E27FC236}">
                <a16:creationId xmlns:a16="http://schemas.microsoft.com/office/drawing/2014/main" id="{17BFEB7E-2F98-901B-F3FC-3540B54386D1}"/>
              </a:ext>
            </a:extLst>
          </p:cNvPr>
          <p:cNvSpPr/>
          <p:nvPr/>
        </p:nvSpPr>
        <p:spPr>
          <a:xfrm>
            <a:off x="881742" y="3951061"/>
            <a:ext cx="3154320" cy="5183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de-DE" sz="950" dirty="0" err="1">
                <a:solidFill>
                  <a:srgbClr val="64748B"/>
                </a:solidFill>
                <a:latin typeface="Calibri"/>
              </a:rPr>
              <a:t>Results</a:t>
            </a:r>
            <a:r>
              <a:rPr lang="de-DE" sz="950" dirty="0">
                <a:solidFill>
                  <a:srgbClr val="64748B"/>
                </a:solidFill>
                <a:latin typeface="Calibri"/>
              </a:rPr>
              <a:t> </a:t>
            </a:r>
            <a:r>
              <a:rPr lang="de-DE" sz="950" dirty="0" err="1">
                <a:solidFill>
                  <a:srgbClr val="64748B"/>
                </a:solidFill>
                <a:latin typeface="Calibri"/>
              </a:rPr>
              <a:t>align</a:t>
            </a:r>
            <a:r>
              <a:rPr lang="de-DE" sz="950" dirty="0">
                <a:solidFill>
                  <a:srgbClr val="64748B"/>
                </a:solidFill>
                <a:latin typeface="Calibri"/>
              </a:rPr>
              <a:t> </a:t>
            </a:r>
            <a:r>
              <a:rPr lang="de-DE" sz="950" dirty="0" err="1">
                <a:solidFill>
                  <a:srgbClr val="64748B"/>
                </a:solidFill>
                <a:latin typeface="Calibri"/>
              </a:rPr>
              <a:t>with</a:t>
            </a:r>
            <a:r>
              <a:rPr lang="de-DE" sz="950" dirty="0">
                <a:solidFill>
                  <a:srgbClr val="64748B"/>
                </a:solidFill>
                <a:latin typeface="Calibri"/>
              </a:rPr>
              <a:t> </a:t>
            </a:r>
            <a:r>
              <a:rPr lang="de-DE" sz="950" dirty="0" err="1">
                <a:solidFill>
                  <a:srgbClr val="64748B"/>
                </a:solidFill>
                <a:latin typeface="Calibri"/>
              </a:rPr>
              <a:t>expected</a:t>
            </a:r>
            <a:r>
              <a:rPr lang="de-DE" sz="950" dirty="0">
                <a:solidFill>
                  <a:srgbClr val="64748B"/>
                </a:solidFill>
                <a:latin typeface="Calibri"/>
              </a:rPr>
              <a:t> </a:t>
            </a:r>
            <a:r>
              <a:rPr lang="de-DE" sz="950" dirty="0" err="1">
                <a:solidFill>
                  <a:srgbClr val="64748B"/>
                </a:solidFill>
                <a:latin typeface="Calibri"/>
              </a:rPr>
              <a:t>tradeoffs</a:t>
            </a:r>
            <a:endParaRPr lang="en-US" dirty="0" err="1"/>
          </a:p>
        </p:txBody>
      </p:sp>
      <p:sp>
        <p:nvSpPr>
          <p:cNvPr id="174" name="Text 15">
            <a:extLst>
              <a:ext uri="{FF2B5EF4-FFF2-40B4-BE49-F238E27FC236}">
                <a16:creationId xmlns:a16="http://schemas.microsoft.com/office/drawing/2014/main" id="{82588F3F-3259-A2A1-5E55-91C30C1A4098}"/>
              </a:ext>
            </a:extLst>
          </p:cNvPr>
          <p:cNvSpPr/>
          <p:nvPr/>
        </p:nvSpPr>
        <p:spPr>
          <a:xfrm>
            <a:off x="4983480" y="8229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>
                <a:solidFill>
                  <a:srgbClr val="0EA5E9"/>
                </a:solidFill>
                <a:latin typeface="Calibri"/>
              </a:rPr>
              <a:t>Goals</a:t>
            </a:r>
            <a:endParaRPr lang="en-US"/>
          </a:p>
        </p:txBody>
      </p:sp>
      <p:sp>
        <p:nvSpPr>
          <p:cNvPr id="175" name="Shape 16">
            <a:extLst>
              <a:ext uri="{FF2B5EF4-FFF2-40B4-BE49-F238E27FC236}">
                <a16:creationId xmlns:a16="http://schemas.microsoft.com/office/drawing/2014/main" id="{EF1D63A9-3D43-3C5A-A463-C4B97987CF5D}"/>
              </a:ext>
            </a:extLst>
          </p:cNvPr>
          <p:cNvSpPr/>
          <p:nvPr/>
        </p:nvSpPr>
        <p:spPr>
          <a:xfrm>
            <a:off x="4983480" y="1188720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 18">
            <a:extLst>
              <a:ext uri="{FF2B5EF4-FFF2-40B4-BE49-F238E27FC236}">
                <a16:creationId xmlns:a16="http://schemas.microsoft.com/office/drawing/2014/main" id="{71C0C8E7-ABA9-B118-5D46-CD0CD27571B8}"/>
              </a:ext>
            </a:extLst>
          </p:cNvPr>
          <p:cNvSpPr/>
          <p:nvPr/>
        </p:nvSpPr>
        <p:spPr>
          <a:xfrm>
            <a:off x="5577840" y="1280160"/>
            <a:ext cx="3154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>
                <a:solidFill>
                  <a:srgbClr val="1A2744"/>
                </a:solidFill>
                <a:latin typeface="Calibri"/>
              </a:rPr>
              <a:t>Full run of all configs on both datasets</a:t>
            </a:r>
            <a:endParaRPr lang="en-US"/>
          </a:p>
        </p:txBody>
      </p:sp>
      <p:sp>
        <p:nvSpPr>
          <p:cNvPr id="178" name="Text 19">
            <a:extLst>
              <a:ext uri="{FF2B5EF4-FFF2-40B4-BE49-F238E27FC236}">
                <a16:creationId xmlns:a16="http://schemas.microsoft.com/office/drawing/2014/main" id="{95C90958-C265-158A-D0C0-40F9C29C029A}"/>
              </a:ext>
            </a:extLst>
          </p:cNvPr>
          <p:cNvSpPr/>
          <p:nvPr/>
        </p:nvSpPr>
        <p:spPr>
          <a:xfrm>
            <a:off x="5577840" y="1507671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50" dirty="0">
                <a:solidFill>
                  <a:srgbClr val="64748B"/>
                </a:solidFill>
                <a:latin typeface="Calibri"/>
              </a:rPr>
              <a:t>Obtain </a:t>
            </a:r>
            <a:r>
              <a:rPr lang="en-US" sz="950" dirty="0" err="1">
                <a:solidFill>
                  <a:srgbClr val="64748B"/>
                </a:solidFill>
                <a:latin typeface="Calibri"/>
              </a:rPr>
              <a:t>representati</a:t>
            </a:r>
            <a:r>
              <a:rPr lang="en-US" sz="950">
                <a:solidFill>
                  <a:srgbClr val="64748B"/>
                </a:solidFill>
                <a:latin typeface="Calibri"/>
              </a:rPr>
              <a:t>ve results on performant hardware</a:t>
            </a:r>
            <a:endParaRPr lang="en-US"/>
          </a:p>
        </p:txBody>
      </p:sp>
      <p:sp>
        <p:nvSpPr>
          <p:cNvPr id="179" name="Shape 20">
            <a:extLst>
              <a:ext uri="{FF2B5EF4-FFF2-40B4-BE49-F238E27FC236}">
                <a16:creationId xmlns:a16="http://schemas.microsoft.com/office/drawing/2014/main" id="{E4B56120-1BFE-32A5-1A90-4C541A34CA53}"/>
              </a:ext>
            </a:extLst>
          </p:cNvPr>
          <p:cNvSpPr/>
          <p:nvPr/>
        </p:nvSpPr>
        <p:spPr>
          <a:xfrm>
            <a:off x="4983480" y="2377440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 22">
            <a:extLst>
              <a:ext uri="{FF2B5EF4-FFF2-40B4-BE49-F238E27FC236}">
                <a16:creationId xmlns:a16="http://schemas.microsoft.com/office/drawing/2014/main" id="{146414AB-E467-DE4B-138B-16129BC092B9}"/>
              </a:ext>
            </a:extLst>
          </p:cNvPr>
          <p:cNvSpPr/>
          <p:nvPr/>
        </p:nvSpPr>
        <p:spPr>
          <a:xfrm>
            <a:off x="5577840" y="2468880"/>
            <a:ext cx="3154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 dirty="0">
                <a:solidFill>
                  <a:srgbClr val="1A2744"/>
                </a:solidFill>
                <a:latin typeface="Calibri"/>
              </a:rPr>
              <a:t>Analyze </a:t>
            </a:r>
            <a:r>
              <a:rPr lang="en-US" sz="1100" b="1">
                <a:solidFill>
                  <a:srgbClr val="1A2744"/>
                </a:solidFill>
                <a:latin typeface="Calibri"/>
              </a:rPr>
              <a:t>mitigations</a:t>
            </a:r>
            <a:endParaRPr lang="en-US"/>
          </a:p>
        </p:txBody>
      </p:sp>
      <p:sp>
        <p:nvSpPr>
          <p:cNvPr id="182" name="Text 23">
            <a:extLst>
              <a:ext uri="{FF2B5EF4-FFF2-40B4-BE49-F238E27FC236}">
                <a16:creationId xmlns:a16="http://schemas.microsoft.com/office/drawing/2014/main" id="{32E17FB9-4A02-4BCF-8DB0-C55C95481A99}"/>
              </a:ext>
            </a:extLst>
          </p:cNvPr>
          <p:cNvSpPr/>
          <p:nvPr/>
        </p:nvSpPr>
        <p:spPr>
          <a:xfrm>
            <a:off x="5577840" y="2783477"/>
            <a:ext cx="3154320" cy="4285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50">
                <a:solidFill>
                  <a:srgbClr val="64748B"/>
                </a:solidFill>
                <a:latin typeface="Calibri"/>
              </a:rPr>
              <a:t>Experiment with alternative designs to mitigate performance break-ins</a:t>
            </a:r>
            <a:endParaRPr lang="en-US"/>
          </a:p>
        </p:txBody>
      </p:sp>
      <p:sp>
        <p:nvSpPr>
          <p:cNvPr id="183" name="Shape 24">
            <a:extLst>
              <a:ext uri="{FF2B5EF4-FFF2-40B4-BE49-F238E27FC236}">
                <a16:creationId xmlns:a16="http://schemas.microsoft.com/office/drawing/2014/main" id="{888C761B-E7FA-9021-AE7B-44F12219935B}"/>
              </a:ext>
            </a:extLst>
          </p:cNvPr>
          <p:cNvSpPr/>
          <p:nvPr/>
        </p:nvSpPr>
        <p:spPr>
          <a:xfrm>
            <a:off x="4983480" y="3566160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BB1BFE7A-AF02-ABE0-9A75-5C4B51ADED29}"/>
              </a:ext>
            </a:extLst>
          </p:cNvPr>
          <p:cNvSpPr/>
          <p:nvPr/>
        </p:nvSpPr>
        <p:spPr>
          <a:xfrm>
            <a:off x="5577840" y="3657600"/>
            <a:ext cx="3154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>
                <a:solidFill>
                  <a:srgbClr val="1A2744"/>
                </a:solidFill>
                <a:latin typeface="Calibri"/>
              </a:rPr>
              <a:t>Evaluation</a:t>
            </a:r>
            <a:endParaRPr lang="en-US"/>
          </a:p>
        </p:txBody>
      </p:sp>
      <p:sp>
        <p:nvSpPr>
          <p:cNvPr id="186" name="Text 27">
            <a:extLst>
              <a:ext uri="{FF2B5EF4-FFF2-40B4-BE49-F238E27FC236}">
                <a16:creationId xmlns:a16="http://schemas.microsoft.com/office/drawing/2014/main" id="{C1C940F5-9698-B1D0-96E4-51C5F6FC52B9}"/>
              </a:ext>
            </a:extLst>
          </p:cNvPr>
          <p:cNvSpPr/>
          <p:nvPr/>
        </p:nvSpPr>
        <p:spPr>
          <a:xfrm>
            <a:off x="5577840" y="3934097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>
                <a:solidFill>
                  <a:srgbClr val="64748B"/>
                </a:solidFill>
                <a:latin typeface="Calibri"/>
              </a:rPr>
              <a:t>Detailed analysis of combinatory effects</a:t>
            </a:r>
            <a:endParaRPr lang="en-US" sz="1000">
              <a:solidFill>
                <a:srgbClr val="64748B"/>
              </a:solidFill>
              <a:ea typeface="Calibri"/>
              <a:cs typeface="Calibri"/>
            </a:endParaRPr>
          </a:p>
        </p:txBody>
      </p:sp>
      <p:sp>
        <p:nvSpPr>
          <p:cNvPr id="187" name="Shape 28">
            <a:extLst>
              <a:ext uri="{FF2B5EF4-FFF2-40B4-BE49-F238E27FC236}">
                <a16:creationId xmlns:a16="http://schemas.microsoft.com/office/drawing/2014/main" id="{649133B7-5D33-3C8D-5163-EE8C0CC6564D}"/>
              </a:ext>
            </a:extLst>
          </p:cNvPr>
          <p:cNvSpPr/>
          <p:nvPr/>
        </p:nvSpPr>
        <p:spPr>
          <a:xfrm>
            <a:off x="4572000" y="822960"/>
            <a:ext cx="360" cy="384048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 29">
            <a:extLst>
              <a:ext uri="{FF2B5EF4-FFF2-40B4-BE49-F238E27FC236}">
                <a16:creationId xmlns:a16="http://schemas.microsoft.com/office/drawing/2014/main" id="{F7DB0D6B-B44F-D537-4EE4-DCC4F75FB962}"/>
              </a:ext>
            </a:extLst>
          </p:cNvPr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989F7E6D-118A-C483-F76E-44DC0CE817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871" y="1336221"/>
            <a:ext cx="342901" cy="332016"/>
          </a:xfrm>
          <a:prstGeom prst="rect">
            <a:avLst/>
          </a:prstGeom>
        </p:spPr>
      </p:pic>
      <p:pic>
        <p:nvPicPr>
          <p:cNvPr id="6" name="Graphic 5" descr="Checkmark with solid fill">
            <a:extLst>
              <a:ext uri="{FF2B5EF4-FFF2-40B4-BE49-F238E27FC236}">
                <a16:creationId xmlns:a16="http://schemas.microsoft.com/office/drawing/2014/main" id="{8F303735-C385-47D2-80EA-8712C40EBC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871" y="2528207"/>
            <a:ext cx="342901" cy="332016"/>
          </a:xfrm>
          <a:prstGeom prst="rect">
            <a:avLst/>
          </a:prstGeom>
        </p:spPr>
      </p:pic>
      <p:pic>
        <p:nvPicPr>
          <p:cNvPr id="7" name="Graphic 4" descr="Checkmark with solid fill">
            <a:extLst>
              <a:ext uri="{FF2B5EF4-FFF2-40B4-BE49-F238E27FC236}">
                <a16:creationId xmlns:a16="http://schemas.microsoft.com/office/drawing/2014/main" id="{989F7E6D-118A-C483-F76E-44DC0CE817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871" y="3654879"/>
            <a:ext cx="342901" cy="332016"/>
          </a:xfrm>
          <a:prstGeom prst="rect">
            <a:avLst/>
          </a:prstGeom>
        </p:spPr>
      </p:pic>
      <p:pic>
        <p:nvPicPr>
          <p:cNvPr id="8" name="Graphic 7" descr="Bullseye with solid fill">
            <a:extLst>
              <a:ext uri="{FF2B5EF4-FFF2-40B4-BE49-F238E27FC236}">
                <a16:creationId xmlns:a16="http://schemas.microsoft.com/office/drawing/2014/main" id="{E9945572-821D-4CDB-24BE-A4BE6BE7A5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0972" y="1281792"/>
            <a:ext cx="457201" cy="473529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8843B124-C9AA-E539-E7DF-6EC1F2B1E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0972" y="2462891"/>
            <a:ext cx="457201" cy="473529"/>
          </a:xfrm>
          <a:prstGeom prst="rect">
            <a:avLst/>
          </a:prstGeom>
        </p:spPr>
      </p:pic>
      <p:pic>
        <p:nvPicPr>
          <p:cNvPr id="10" name="Graphic 9" descr="Bullseye with solid fill">
            <a:extLst>
              <a:ext uri="{FF2B5EF4-FFF2-40B4-BE49-F238E27FC236}">
                <a16:creationId xmlns:a16="http://schemas.microsoft.com/office/drawing/2014/main" id="{10212FE2-2B7F-241D-C949-52A0BF9281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0971" y="3671206"/>
            <a:ext cx="457201" cy="47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676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CE7E9F-F4F8-3BAB-14FF-BCC958A7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">
            <a:extLst>
              <a:ext uri="{FF2B5EF4-FFF2-40B4-BE49-F238E27FC236}">
                <a16:creationId xmlns:a16="http://schemas.microsoft.com/office/drawing/2014/main" id="{B7C1AA3D-3E9B-61D9-769D-5994A8012C6C}"/>
              </a:ext>
            </a:extLst>
          </p:cNvPr>
          <p:cNvSpPr/>
          <p:nvPr/>
        </p:nvSpPr>
        <p:spPr>
          <a:xfrm>
            <a:off x="340723" y="1177834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Shape 20">
            <a:extLst>
              <a:ext uri="{FF2B5EF4-FFF2-40B4-BE49-F238E27FC236}">
                <a16:creationId xmlns:a16="http://schemas.microsoft.com/office/drawing/2014/main" id="{81AFAD19-6E23-8B88-62EE-0CB33426EBD4}"/>
              </a:ext>
            </a:extLst>
          </p:cNvPr>
          <p:cNvSpPr/>
          <p:nvPr/>
        </p:nvSpPr>
        <p:spPr>
          <a:xfrm>
            <a:off x="340723" y="2366554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Shape 24">
            <a:extLst>
              <a:ext uri="{FF2B5EF4-FFF2-40B4-BE49-F238E27FC236}">
                <a16:creationId xmlns:a16="http://schemas.microsoft.com/office/drawing/2014/main" id="{920250B8-8E5E-16C9-A2A9-5C7F8F8B7AB6}"/>
              </a:ext>
            </a:extLst>
          </p:cNvPr>
          <p:cNvSpPr/>
          <p:nvPr/>
        </p:nvSpPr>
        <p:spPr>
          <a:xfrm>
            <a:off x="340723" y="3555274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0">
            <a:extLst>
              <a:ext uri="{FF2B5EF4-FFF2-40B4-BE49-F238E27FC236}">
                <a16:creationId xmlns:a16="http://schemas.microsoft.com/office/drawing/2014/main" id="{F159F012-9529-EAF5-BF73-724D883D62FB}"/>
              </a:ext>
            </a:extLst>
          </p:cNvPr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1">
            <a:extLst>
              <a:ext uri="{FF2B5EF4-FFF2-40B4-BE49-F238E27FC236}">
                <a16:creationId xmlns:a16="http://schemas.microsoft.com/office/drawing/2014/main" id="{5C67AE55-EC72-57E6-E0C5-9D68E43F199C}"/>
              </a:ext>
            </a:extLst>
          </p:cNvPr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Challenges &amp; Next Steps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F7217721-169A-AA58-13D1-593EA14531DC}"/>
              </a:ext>
            </a:extLst>
          </p:cNvPr>
          <p:cNvSpPr/>
          <p:nvPr/>
        </p:nvSpPr>
        <p:spPr>
          <a:xfrm>
            <a:off x="320040" y="8229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Hardships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>
            <a:extLst>
              <a:ext uri="{FF2B5EF4-FFF2-40B4-BE49-F238E27FC236}">
                <a16:creationId xmlns:a16="http://schemas.microsoft.com/office/drawing/2014/main" id="{9381E389-468E-4775-68C4-377E1038B7DF}"/>
              </a:ext>
            </a:extLst>
          </p:cNvPr>
          <p:cNvSpPr/>
          <p:nvPr/>
        </p:nvSpPr>
        <p:spPr>
          <a:xfrm>
            <a:off x="440871" y="1280160"/>
            <a:ext cx="456840" cy="4255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⚠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">
            <a:extLst>
              <a:ext uri="{FF2B5EF4-FFF2-40B4-BE49-F238E27FC236}">
                <a16:creationId xmlns:a16="http://schemas.microsoft.com/office/drawing/2014/main" id="{3406AF34-AD63-3105-9EBF-D00CA51CF823}"/>
              </a:ext>
            </a:extLst>
          </p:cNvPr>
          <p:cNvSpPr/>
          <p:nvPr/>
        </p:nvSpPr>
        <p:spPr>
          <a:xfrm>
            <a:off x="903514" y="1296489"/>
            <a:ext cx="3154320" cy="3000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Resources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>
            <a:extLst>
              <a:ext uri="{FF2B5EF4-FFF2-40B4-BE49-F238E27FC236}">
                <a16:creationId xmlns:a16="http://schemas.microsoft.com/office/drawing/2014/main" id="{76CE4F17-2D51-0877-19DE-EF88514F7CA1}"/>
              </a:ext>
            </a:extLst>
          </p:cNvPr>
          <p:cNvSpPr/>
          <p:nvPr/>
        </p:nvSpPr>
        <p:spPr>
          <a:xfrm>
            <a:off x="881743" y="1544683"/>
            <a:ext cx="3154320" cy="5128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50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More Clients might help mitigating </a:t>
            </a:r>
            <a:r>
              <a:rPr lang="en-US" sz="95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the DP effect</a:t>
            </a:r>
            <a:endParaRPr lang="en-US" sz="950" b="0" u="none" strike="noStrike" dirty="0">
              <a:solidFill>
                <a:srgbClr val="64748B"/>
              </a:solidFill>
              <a:effectLst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67" name="Text 8">
            <a:extLst>
              <a:ext uri="{FF2B5EF4-FFF2-40B4-BE49-F238E27FC236}">
                <a16:creationId xmlns:a16="http://schemas.microsoft.com/office/drawing/2014/main" id="{E698E1E0-D1B3-9E47-EDEA-5583E43D466D}"/>
              </a:ext>
            </a:extLst>
          </p:cNvPr>
          <p:cNvSpPr/>
          <p:nvPr/>
        </p:nvSpPr>
        <p:spPr>
          <a:xfrm>
            <a:off x="440872" y="2492880"/>
            <a:ext cx="456840" cy="4419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⚠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9">
            <a:extLst>
              <a:ext uri="{FF2B5EF4-FFF2-40B4-BE49-F238E27FC236}">
                <a16:creationId xmlns:a16="http://schemas.microsoft.com/office/drawing/2014/main" id="{54BC9D03-6A1B-E3AF-9039-CCE9ACD2B183}"/>
              </a:ext>
            </a:extLst>
          </p:cNvPr>
          <p:cNvSpPr/>
          <p:nvPr/>
        </p:nvSpPr>
        <p:spPr>
          <a:xfrm>
            <a:off x="865415" y="2471109"/>
            <a:ext cx="3154320" cy="3109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Stateless Clients (Privacy / Implementation)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0">
            <a:extLst>
              <a:ext uri="{FF2B5EF4-FFF2-40B4-BE49-F238E27FC236}">
                <a16:creationId xmlns:a16="http://schemas.microsoft.com/office/drawing/2014/main" id="{6AF9430E-EF10-CE8E-4462-959631130154}"/>
              </a:ext>
            </a:extLst>
          </p:cNvPr>
          <p:cNvSpPr/>
          <p:nvPr/>
        </p:nvSpPr>
        <p:spPr>
          <a:xfrm>
            <a:off x="865415" y="2686646"/>
            <a:ext cx="3154320" cy="5291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5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Interaction with Top-k </a:t>
            </a:r>
            <a:r>
              <a:rPr lang="en-US" sz="950" dirty="0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computat</a:t>
            </a:r>
            <a:r>
              <a:rPr lang="en-US" sz="950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ion</a:t>
            </a:r>
            <a:endParaRPr lang="en-US" sz="950" b="0" u="none" strike="noStrike" dirty="0">
              <a:solidFill>
                <a:srgbClr val="64748B"/>
              </a:solidFill>
              <a:effectLst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71" name="Text 12">
            <a:extLst>
              <a:ext uri="{FF2B5EF4-FFF2-40B4-BE49-F238E27FC236}">
                <a16:creationId xmlns:a16="http://schemas.microsoft.com/office/drawing/2014/main" id="{F904B5DE-5430-2575-F413-C10D9A0BC82D}"/>
              </a:ext>
            </a:extLst>
          </p:cNvPr>
          <p:cNvSpPr/>
          <p:nvPr/>
        </p:nvSpPr>
        <p:spPr>
          <a:xfrm>
            <a:off x="440871" y="3670209"/>
            <a:ext cx="456840" cy="431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⚠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3">
            <a:extLst>
              <a:ext uri="{FF2B5EF4-FFF2-40B4-BE49-F238E27FC236}">
                <a16:creationId xmlns:a16="http://schemas.microsoft.com/office/drawing/2014/main" id="{2669FABE-B067-61BB-E9CF-66427DE8548D}"/>
              </a:ext>
            </a:extLst>
          </p:cNvPr>
          <p:cNvSpPr/>
          <p:nvPr/>
        </p:nvSpPr>
        <p:spPr>
          <a:xfrm>
            <a:off x="881742" y="3670209"/>
            <a:ext cx="3154320" cy="3000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>
                <a:solidFill>
                  <a:srgbClr val="1A2744"/>
                </a:solidFill>
                <a:latin typeface="Calibri"/>
              </a:rPr>
              <a:t>Label flipping attack impact</a:t>
            </a:r>
            <a:endParaRPr lang="en-US"/>
          </a:p>
        </p:txBody>
      </p:sp>
      <p:sp>
        <p:nvSpPr>
          <p:cNvPr id="173" name="Text 14">
            <a:extLst>
              <a:ext uri="{FF2B5EF4-FFF2-40B4-BE49-F238E27FC236}">
                <a16:creationId xmlns:a16="http://schemas.microsoft.com/office/drawing/2014/main" id="{28462F8F-C25D-0148-3C6C-C85E7C29F71A}"/>
              </a:ext>
            </a:extLst>
          </p:cNvPr>
          <p:cNvSpPr/>
          <p:nvPr/>
        </p:nvSpPr>
        <p:spPr>
          <a:xfrm>
            <a:off x="881742" y="3951061"/>
            <a:ext cx="3154320" cy="5183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de-DE" sz="950" dirty="0">
                <a:solidFill>
                  <a:srgbClr val="64748B"/>
                </a:solidFill>
                <a:latin typeface="Calibri"/>
              </a:rPr>
              <a:t>Experiment </a:t>
            </a:r>
            <a:r>
              <a:rPr lang="de-DE" sz="950" dirty="0" err="1">
                <a:solidFill>
                  <a:srgbClr val="64748B"/>
                </a:solidFill>
                <a:latin typeface="Calibri"/>
              </a:rPr>
              <a:t>with</a:t>
            </a:r>
            <a:r>
              <a:rPr lang="de-DE" sz="950" dirty="0">
                <a:solidFill>
                  <a:srgbClr val="64748B"/>
                </a:solidFill>
                <a:latin typeface="Calibri"/>
              </a:rPr>
              <a:t> </a:t>
            </a:r>
            <a:r>
              <a:rPr lang="de-DE" sz="950" dirty="0" err="1">
                <a:solidFill>
                  <a:srgbClr val="64748B"/>
                </a:solidFill>
                <a:latin typeface="Calibri"/>
              </a:rPr>
              <a:t>more</a:t>
            </a:r>
            <a:r>
              <a:rPr lang="de-DE" sz="950" dirty="0">
                <a:solidFill>
                  <a:srgbClr val="64748B"/>
                </a:solidFill>
                <a:latin typeface="Calibri"/>
              </a:rPr>
              <a:t> disruptive </a:t>
            </a:r>
            <a:r>
              <a:rPr lang="de-DE" sz="950" dirty="0" err="1">
                <a:solidFill>
                  <a:srgbClr val="64748B"/>
                </a:solidFill>
                <a:latin typeface="Calibri"/>
              </a:rPr>
              <a:t>attacks</a:t>
            </a:r>
            <a:endParaRPr lang="en-US" dirty="0" err="1"/>
          </a:p>
        </p:txBody>
      </p:sp>
      <p:sp>
        <p:nvSpPr>
          <p:cNvPr id="174" name="Text 15">
            <a:extLst>
              <a:ext uri="{FF2B5EF4-FFF2-40B4-BE49-F238E27FC236}">
                <a16:creationId xmlns:a16="http://schemas.microsoft.com/office/drawing/2014/main" id="{AD020716-F5DA-725A-BC2E-4F8A054239A9}"/>
              </a:ext>
            </a:extLst>
          </p:cNvPr>
          <p:cNvSpPr/>
          <p:nvPr/>
        </p:nvSpPr>
        <p:spPr>
          <a:xfrm>
            <a:off x="4983480" y="8229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EA5E9"/>
                </a:solidFill>
                <a:effectLst/>
                <a:uFillTx/>
                <a:latin typeface="Calibri"/>
              </a:rPr>
              <a:t>Next Steps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6">
            <a:extLst>
              <a:ext uri="{FF2B5EF4-FFF2-40B4-BE49-F238E27FC236}">
                <a16:creationId xmlns:a16="http://schemas.microsoft.com/office/drawing/2014/main" id="{1D8B1164-B484-B12F-C969-4DB1CB5D19BA}"/>
              </a:ext>
            </a:extLst>
          </p:cNvPr>
          <p:cNvSpPr/>
          <p:nvPr/>
        </p:nvSpPr>
        <p:spPr>
          <a:xfrm>
            <a:off x="4983480" y="1188720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 17">
            <a:extLst>
              <a:ext uri="{FF2B5EF4-FFF2-40B4-BE49-F238E27FC236}">
                <a16:creationId xmlns:a16="http://schemas.microsoft.com/office/drawing/2014/main" id="{782AE108-C214-65F4-8945-62A6EF6AA7D0}"/>
              </a:ext>
            </a:extLst>
          </p:cNvPr>
          <p:cNvSpPr/>
          <p:nvPr/>
        </p:nvSpPr>
        <p:spPr>
          <a:xfrm>
            <a:off x="5120640" y="1280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→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8">
            <a:extLst>
              <a:ext uri="{FF2B5EF4-FFF2-40B4-BE49-F238E27FC236}">
                <a16:creationId xmlns:a16="http://schemas.microsoft.com/office/drawing/2014/main" id="{103DF8C1-AD79-8ED4-16FF-6244AAAC4F86}"/>
              </a:ext>
            </a:extLst>
          </p:cNvPr>
          <p:cNvSpPr/>
          <p:nvPr/>
        </p:nvSpPr>
        <p:spPr>
          <a:xfrm>
            <a:off x="5577840" y="1280160"/>
            <a:ext cx="3154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CIFAR-10 &amp; ResNet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9">
            <a:extLst>
              <a:ext uri="{FF2B5EF4-FFF2-40B4-BE49-F238E27FC236}">
                <a16:creationId xmlns:a16="http://schemas.microsoft.com/office/drawing/2014/main" id="{7B8D77FB-0318-84F8-D329-8E82E50503D3}"/>
              </a:ext>
            </a:extLst>
          </p:cNvPr>
          <p:cNvSpPr/>
          <p:nvPr/>
        </p:nvSpPr>
        <p:spPr>
          <a:xfrm>
            <a:off x="5577840" y="1507671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Scale experiments to harder dataset and deeper model.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0">
            <a:extLst>
              <a:ext uri="{FF2B5EF4-FFF2-40B4-BE49-F238E27FC236}">
                <a16:creationId xmlns:a16="http://schemas.microsoft.com/office/drawing/2014/main" id="{EFC663D0-E873-E089-82CB-D514F642B0C6}"/>
              </a:ext>
            </a:extLst>
          </p:cNvPr>
          <p:cNvSpPr/>
          <p:nvPr/>
        </p:nvSpPr>
        <p:spPr>
          <a:xfrm>
            <a:off x="4983480" y="2377440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21">
            <a:extLst>
              <a:ext uri="{FF2B5EF4-FFF2-40B4-BE49-F238E27FC236}">
                <a16:creationId xmlns:a16="http://schemas.microsoft.com/office/drawing/2014/main" id="{37CE93B8-6BCD-4E49-606D-C6D759FE13CE}"/>
              </a:ext>
            </a:extLst>
          </p:cNvPr>
          <p:cNvSpPr/>
          <p:nvPr/>
        </p:nvSpPr>
        <p:spPr>
          <a:xfrm>
            <a:off x="5120640" y="24688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→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2">
            <a:extLst>
              <a:ext uri="{FF2B5EF4-FFF2-40B4-BE49-F238E27FC236}">
                <a16:creationId xmlns:a16="http://schemas.microsoft.com/office/drawing/2014/main" id="{99C2105B-E184-6364-29C4-5B6C5640FF02}"/>
              </a:ext>
            </a:extLst>
          </p:cNvPr>
          <p:cNvSpPr/>
          <p:nvPr/>
        </p:nvSpPr>
        <p:spPr>
          <a:xfrm>
            <a:off x="5577840" y="2468880"/>
            <a:ext cx="3154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>
                <a:solidFill>
                  <a:srgbClr val="1A2744"/>
                </a:solidFill>
                <a:latin typeface="Calibri"/>
              </a:rPr>
              <a:t>Increase Client number</a:t>
            </a:r>
            <a:endParaRPr lang="en-US"/>
          </a:p>
        </p:txBody>
      </p:sp>
      <p:sp>
        <p:nvSpPr>
          <p:cNvPr id="182" name="Text 23">
            <a:extLst>
              <a:ext uri="{FF2B5EF4-FFF2-40B4-BE49-F238E27FC236}">
                <a16:creationId xmlns:a16="http://schemas.microsoft.com/office/drawing/2014/main" id="{18B85E34-7956-21BB-C7B0-8FDB8D262A9D}"/>
              </a:ext>
            </a:extLst>
          </p:cNvPr>
          <p:cNvSpPr/>
          <p:nvPr/>
        </p:nvSpPr>
        <p:spPr>
          <a:xfrm>
            <a:off x="5577840" y="2783477"/>
            <a:ext cx="3154320" cy="4285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50">
                <a:solidFill>
                  <a:srgbClr val="64748B"/>
                </a:solidFill>
                <a:latin typeface="Calibri"/>
              </a:rPr>
              <a:t>More representative results</a:t>
            </a:r>
            <a:endParaRPr lang="en-US" sz="950" b="0" u="none" strike="noStrike">
              <a:solidFill>
                <a:srgbClr val="64748B"/>
              </a:solidFill>
              <a:effectLst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83" name="Shape 24">
            <a:extLst>
              <a:ext uri="{FF2B5EF4-FFF2-40B4-BE49-F238E27FC236}">
                <a16:creationId xmlns:a16="http://schemas.microsoft.com/office/drawing/2014/main" id="{2CE1DA9E-5B0A-C625-C66D-0F8C74637ADC}"/>
              </a:ext>
            </a:extLst>
          </p:cNvPr>
          <p:cNvSpPr/>
          <p:nvPr/>
        </p:nvSpPr>
        <p:spPr>
          <a:xfrm>
            <a:off x="4983480" y="3566160"/>
            <a:ext cx="384012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 25">
            <a:extLst>
              <a:ext uri="{FF2B5EF4-FFF2-40B4-BE49-F238E27FC236}">
                <a16:creationId xmlns:a16="http://schemas.microsoft.com/office/drawing/2014/main" id="{B18547D9-2321-BC9F-36D0-BF527A4358F3}"/>
              </a:ext>
            </a:extLst>
          </p:cNvPr>
          <p:cNvSpPr/>
          <p:nvPr/>
        </p:nvSpPr>
        <p:spPr>
          <a:xfrm>
            <a:off x="5120640" y="36576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→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61A73FEB-0750-3CFB-C75C-DB1F5B45962D}"/>
              </a:ext>
            </a:extLst>
          </p:cNvPr>
          <p:cNvSpPr/>
          <p:nvPr/>
        </p:nvSpPr>
        <p:spPr>
          <a:xfrm>
            <a:off x="5577840" y="3657600"/>
            <a:ext cx="3154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>
                <a:solidFill>
                  <a:srgbClr val="1A2744"/>
                </a:solidFill>
                <a:latin typeface="Calibri"/>
              </a:rPr>
              <a:t>Different attack patterns</a:t>
            </a:r>
            <a:endParaRPr lang="en-US"/>
          </a:p>
        </p:txBody>
      </p:sp>
      <p:sp>
        <p:nvSpPr>
          <p:cNvPr id="186" name="Text 27">
            <a:extLst>
              <a:ext uri="{FF2B5EF4-FFF2-40B4-BE49-F238E27FC236}">
                <a16:creationId xmlns:a16="http://schemas.microsoft.com/office/drawing/2014/main" id="{3DA442F2-51E8-85C8-1E41-CD8AFF8E3CFC}"/>
              </a:ext>
            </a:extLst>
          </p:cNvPr>
          <p:cNvSpPr/>
          <p:nvPr/>
        </p:nvSpPr>
        <p:spPr>
          <a:xfrm>
            <a:off x="5577840" y="397764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>
                <a:solidFill>
                  <a:srgbClr val="64748B"/>
                </a:solidFill>
                <a:latin typeface="Calibri"/>
              </a:rPr>
              <a:t>Arbitrary gradients (untargeted performance degradation)</a:t>
            </a:r>
            <a:endParaRPr lang="en-US" sz="1000">
              <a:ea typeface="Calibri"/>
              <a:cs typeface="Calibri"/>
            </a:endParaRPr>
          </a:p>
          <a:p>
            <a:pPr>
              <a:tabLst>
                <a:tab pos="0" algn="l"/>
              </a:tabLst>
            </a:pPr>
            <a:r>
              <a:rPr lang="en-US" sz="1000">
                <a:solidFill>
                  <a:srgbClr val="64748B"/>
                </a:solidFill>
                <a:ea typeface="Calibri"/>
                <a:cs typeface="Calibri"/>
              </a:rPr>
              <a:t>Gradients of large magnitude (strong influence on resulting model)</a:t>
            </a:r>
          </a:p>
        </p:txBody>
      </p:sp>
      <p:sp>
        <p:nvSpPr>
          <p:cNvPr id="187" name="Shape 28">
            <a:extLst>
              <a:ext uri="{FF2B5EF4-FFF2-40B4-BE49-F238E27FC236}">
                <a16:creationId xmlns:a16="http://schemas.microsoft.com/office/drawing/2014/main" id="{60907F87-6B60-5206-5AFF-5CD596070067}"/>
              </a:ext>
            </a:extLst>
          </p:cNvPr>
          <p:cNvSpPr/>
          <p:nvPr/>
        </p:nvSpPr>
        <p:spPr>
          <a:xfrm>
            <a:off x="4572000" y="822960"/>
            <a:ext cx="360" cy="384048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 29">
            <a:extLst>
              <a:ext uri="{FF2B5EF4-FFF2-40B4-BE49-F238E27FC236}">
                <a16:creationId xmlns:a16="http://schemas.microsoft.com/office/drawing/2014/main" id="{08090EF1-C8E0-3FA0-8EFA-56887F929209}"/>
              </a:ext>
            </a:extLst>
          </p:cNvPr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97903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365760" y="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FLTrust Trust Scores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4"/>
          <p:cNvSpPr/>
          <p:nvPr/>
        </p:nvSpPr>
        <p:spPr>
          <a:xfrm>
            <a:off x="365760" y="1211760"/>
            <a:ext cx="8412120" cy="31543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27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 29"/>
          <p:cNvSpPr/>
          <p:nvPr/>
        </p:nvSpPr>
        <p:spPr>
          <a:xfrm>
            <a:off x="274320" y="48920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"/>
          <p:cNvSpPr/>
          <p:nvPr/>
        </p:nvSpPr>
        <p:spPr>
          <a:xfrm>
            <a:off x="365760" y="7772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Effect of differential privacy (ε budget) on model accuracy across training rounds.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37"/>
          <p:cNvPicPr/>
          <p:nvPr/>
        </p:nvPicPr>
        <p:blipFill>
          <a:blip r:embed="rId3"/>
          <a:stretch/>
        </p:blipFill>
        <p:spPr>
          <a:xfrm>
            <a:off x="424440" y="846720"/>
            <a:ext cx="5962680" cy="20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Picture 46"/>
          <p:cNvPicPr/>
          <p:nvPr/>
        </p:nvPicPr>
        <p:blipFill>
          <a:blip r:embed="rId4"/>
          <a:stretch/>
        </p:blipFill>
        <p:spPr>
          <a:xfrm>
            <a:off x="1348560" y="1380600"/>
            <a:ext cx="6446520" cy="2816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906</Words>
  <Application>Microsoft Office PowerPoint</Application>
  <PresentationFormat>On-screen Show (16:9)</PresentationFormat>
  <Paragraphs>199</Paragraphs>
  <Slides>20</Slides>
  <Notes>20</Notes>
  <HiddenSlides>14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Presentation - Privacy-Robustness-Performance Trilemma in FL</dc:title>
  <dc:subject>PptxGenJS Presentation</dc:subject>
  <dc:creator>Jonas Müller, Rebekka Schnoor</dc:creator>
  <dc:description/>
  <cp:lastModifiedBy/>
  <cp:revision>389</cp:revision>
  <dcterms:created xsi:type="dcterms:W3CDTF">2026-06-25T01:21:58Z</dcterms:created>
  <dcterms:modified xsi:type="dcterms:W3CDTF">2026-07-09T08:43:27Z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</vt:i4>
  </property>
  <property fmtid="{D5CDD505-2E9C-101B-9397-08002B2CF9AE}" pid="3" name="Notes">
    <vt:i4>19</vt:i4>
  </property>
  <property fmtid="{D5CDD505-2E9C-101B-9397-08002B2CF9AE}" pid="4" name="PresentationFormat">
    <vt:lpwstr>On-screen Show (16:9)</vt:lpwstr>
  </property>
  <property fmtid="{D5CDD505-2E9C-101B-9397-08002B2CF9AE}" pid="5" name="Slides">
    <vt:i4>19</vt:i4>
  </property>
</Properties>
</file>