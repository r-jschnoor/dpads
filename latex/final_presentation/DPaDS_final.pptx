
<file path=[Content_Types].xml><?xml version="1.0" encoding="utf-8"?>
<Types xmlns="http://schemas.openxmlformats.org/package/2006/content-types">
  <Default Extension="xml" ContentType="application/xml"/>
  <Default Extension="jpg" ContentType="image/jpeg"/>
  <Default Extension="svg" ContentType="image/svg+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12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2.xml" ContentType="application/vnd.openxmlformats-officedocument.presentationml.notesSlide+xml"/>
  <Override PartName="/ppt/slides/slide12.xml" ContentType="application/vnd.openxmlformats-officedocument.presentationml.slide+xml"/>
  <Override PartName="/ppt/slides/slide11.xml" ContentType="application/vnd.openxmlformats-officedocument.presentationml.slide+xml"/>
  <Override PartName="/ppt/theme/theme1.xml" ContentType="application/vnd.openxmlformats-officedocument.theme+xml"/>
  <Override PartName="/ppt/slides/slide13.xml" ContentType="application/vnd.openxmlformats-officedocument.presentationml.slide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docProps/app.xml" ContentType="application/vnd.openxmlformats-officedocument.extended-properties+xml"/>
  <Override PartName="/ppt/notesSlides/notesSlide4.xml" ContentType="application/vnd.openxmlformats-officedocument.presentationml.notesSlid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notesSlides/notesSlide7.xml" ContentType="application/vnd.openxmlformats-officedocument.presentationml.notesSlide+xml"/>
  <Override PartName="/ppt/presentation.xml" ContentType="application/vnd.openxmlformats-officedocument.presentationml.presentation.main+xml"/>
  <Override PartName="/ppt/notesSlides/notesSlide9.xml" ContentType="application/vnd.openxmlformats-officedocument.presentationml.notesSlide+xml"/>
  <Override PartName="/ppt/diagrams/quickStyle2.xml" ContentType="application/vnd.openxmlformats-officedocument.drawingml.diagramStyle+xml"/>
  <Override PartName="/ppt/slides/slide8.xml" ContentType="application/vnd.openxmlformats-officedocument.presentationml.slide+xml"/>
  <Override PartName="/ppt/diagrams/data1.xml" ContentType="application/vnd.openxmlformats-officedocument.drawingml.diagramData+xml"/>
  <Override PartName="/ppt/diagrams/colors3.xml" ContentType="application/vnd.openxmlformats-officedocument.drawingml.diagramColors+xml"/>
  <Override PartName="/ppt/diagrams/data2.xml" ContentType="application/vnd.openxmlformats-officedocument.drawingml.diagramData+xml"/>
  <Override PartName="/ppt/notesSlides/notesSlide1.xml" ContentType="application/vnd.openxmlformats-officedocument.presentationml.notesSlide+xml"/>
  <Override PartName="/ppt/diagrams/data3.xml" ContentType="application/vnd.openxmlformats-officedocument.drawingml.diagramData+xml"/>
  <Override PartName="/ppt/slideLayouts/slideLayout1.xml" ContentType="application/vnd.openxmlformats-officedocument.presentationml.slideLayout+xml"/>
  <Override PartName="/ppt/diagrams/quickStyle3.xml" ContentType="application/vnd.openxmlformats-officedocument.drawingml.diagramStyle+xml"/>
  <Override PartName="/ppt/notesSlides/notesSlide8.xml" ContentType="application/vnd.openxmlformats-officedocument.presentationml.notesSlide+xml"/>
  <Override PartName="/ppt/diagrams/quickStyle1.xml" ContentType="application/vnd.openxmlformats-officedocument.drawingml.diagramStyle+xml"/>
  <Override PartName="/ppt/slides/slide3.xml" ContentType="application/vnd.openxmlformats-officedocument.presentationml.slide+xml"/>
  <Override PartName="/ppt/diagrams/layout3.xml" ContentType="application/vnd.openxmlformats-officedocument.drawingml.diagramLayout+xml"/>
  <Override PartName="/ppt/slideLayouts/slideLayout10.xml" ContentType="application/vnd.openxmlformats-officedocument.presentationml.slideLayout+xml"/>
  <Override PartName="/ppt/diagrams/layout1.xml" ContentType="application/vnd.openxmlformats-officedocument.drawingml.diagramLayout+xml"/>
  <Override PartName="/docProps/core.xml" ContentType="application/vnd.openxmlformats-package.core-properties+xml"/>
  <Override PartName="/ppt/slideLayouts/slideLayout8.xml" ContentType="application/vnd.openxmlformats-officedocument.presentationml.slideLayout+xml"/>
  <Override PartName="/ppt/diagrams/colors1.xml" ContentType="application/vnd.openxmlformats-officedocument.drawingml.diagramColors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diagrams/layout2.xml" ContentType="application/vnd.openxmlformats-officedocument.drawingml.diagramLayout+xml"/>
  <Override PartName="/ppt/diagrams/drawing1.xml" ContentType="application/vnd.openxmlformats-officedocument.drawingml.diagramDrawing+xml"/>
  <Override PartName="/ppt/diagrams/drawing3.xml" ContentType="application/vnd.openxmlformats-officedocument.drawingml.diagramDrawing+xml"/>
  <Override PartName="/ppt/slideLayouts/slideLayout2.xml" ContentType="application/vnd.openxmlformats-officedocument.presentationml.slideLayout+xml"/>
  <Override PartName="/ppt/diagrams/drawing2.xml" ContentType="application/vnd.openxmlformats-officedocument.drawingml.diagramDrawing+xml"/>
  <Override PartName="/ppt/diagrams/colors2.xml" ContentType="application/vnd.openxmlformats-officedocument.drawingml.diagramColors+xml"/>
  <Override PartName="/ppt/slideLayouts/slideLayout4.xml" ContentType="application/vnd.openxmlformats-officedocument.presentationml.slideLayout+xml"/>
  <Override PartName="/ppt/notesSlides/notesSlide11.xml" ContentType="application/vnd.openxmlformats-officedocument.presentationml.notesSlide+xml"/>
  <Override PartName="/ppt/slides/slide10.xml" ContentType="application/vnd.openxmlformats-officedocument.presentationml.slide+xml"/>
  <Override PartName="/ppt/slideLayouts/slideLayout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7.xml" ContentType="application/vnd.openxmlformats-officedocument.presentationml.slide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6.xml" ContentType="application/vnd.openxmlformats-officedocument.presentationml.slide+xml"/>
  <Override PartName="/ppt/slideLayouts/slideLayout11.xml" ContentType="application/vnd.openxmlformats-officedocument.presentationml.slideLayout+xml"/>
  <Override PartName="/ppt/notesSlides/notesSlide6.xml" ContentType="application/vnd.openxmlformats-officedocument.presentationml.notes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9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saveSubsetFonts="1" showSpecialPlsOnTitleSld="0">
  <p:sldMasterIdLst>
    <p:sldMasterId id="2147483648" r:id="rId1"/>
  </p:sldMasterIdLst>
  <p:notesMasterIdLst>
    <p:notesMasterId r:id="rId17"/>
  </p:notesMasterIdLst>
  <p:sldIdLst>
    <p:sldId id="256" r:id="rId4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</p:sldIdLst>
  <p:sldSz cx="9144000" cy="5143500" type="screen16x9"/>
  <p:notesSz cx="6858000" cy="9144000"/>
  <p:defaultTextStyle>
    <a:defPPr>
      <a:defRPr lang="en-US"/>
    </a:defPPr>
    <a:lvl1pPr marL="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>
              <a:solidFill>
                <a:schemeClr val="lt1"/>
              </a:solidFill>
            </a:ln>
          </a:left>
          <a:right>
            <a:ln w="12700">
              <a:solidFill>
                <a:schemeClr val="lt1"/>
              </a:solidFill>
            </a:ln>
          </a:right>
          <a:top>
            <a:ln w="12700">
              <a:solidFill>
                <a:schemeClr val="lt1"/>
              </a:solidFill>
            </a:ln>
          </a:top>
          <a:bottom>
            <a:ln w="12700">
              <a:solidFill>
                <a:schemeClr val="lt1"/>
              </a:solidFill>
            </a:ln>
          </a:bottom>
          <a:insideH>
            <a:ln w="12700">
              <a:solidFill>
                <a:schemeClr val="lt1"/>
              </a:solidFill>
            </a:ln>
          </a:insideH>
          <a:insideV>
            <a:ln w="12700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  <a:fill>
          <a:solidFill>
            <a:schemeClr val="accent1">
              <a:tint val="40000"/>
            </a:schemeClr>
          </a:solidFill>
        </a:fill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>
        <a:fontRef idx="minor">
          <a:prstClr val="black"/>
        </a:fontRef>
        <a:schemeClr val="lt1"/>
      </a:tcTxStyle>
      <a:tcStyle>
        <a:tcBdr>
          <a:bottom>
            <a:ln w="38100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 snapToObjects="1">
      <p:cViewPr varScale="1">
        <p:scale>
          <a:sx n="140" d="100"/>
          <a:sy n="140" d="100"/>
        </p:scale>
        <p:origin x="708" y="102"/>
      </p:cViewPr>
      <p:guideLst>
        <p:guide pos="1620" orient="horz"/>
        <p:guide pos="2880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 /><Relationship Id="rId19" Type="http://schemas.openxmlformats.org/officeDocument/2006/relationships/tableStyles" Target="tableStyles.xml" /><Relationship Id="rId20" Type="http://schemas.openxmlformats.org/officeDocument/2006/relationships/viewProps" Target="viewProps.xml" 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/Relationships>
</file>

<file path=ppt/diagrams/_rels/data1.xml.rels><?xml version="1.0" encoding="UTF-8" standalone="yes"?><Relationships xmlns="http://schemas.openxmlformats.org/package/2006/relationships"></Relationships>
</file>

<file path=ppt/diagrams/_rels/data2.xml.rels><?xml version="1.0" encoding="UTF-8" standalone="yes"?>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/Relationships>
</file>

<file path=ppt/diagrams/_rels/data3.xml.rels><?xml version="1.0" encoding="UTF-8" standalone="yes"?>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diagrams/_rels/drawing1.xml.rels><?xml version="1.0" encoding="UTF-8" standalone="yes"?><Relationships xmlns="http://schemas.openxmlformats.org/package/2006/relationships"></Relationships>
</file>

<file path=ppt/diagrams/_rels/drawing2.xml.rels><?xml version="1.0" encoding="UTF-8" standalone="yes"?>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/Relationships>
</file>

<file path=ppt/diagrams/_rels/drawing3.xml.rels><?xml version="1.0" encoding="UTF-8" standalone="yes"?>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media2.svg"/><Relationship Id="rId3" Type="http://schemas.openxmlformats.org/officeDocument/2006/relationships/image" Target="../media/image6.png"/><Relationship Id="rId4" Type="http://schemas.openxmlformats.org/officeDocument/2006/relationships/image" Target="../media/media3.svg"/><Relationship Id="rId5" Type="http://schemas.openxmlformats.org/officeDocument/2006/relationships/image" Target="../media/image7.png"/><Relationship Id="rId6" Type="http://schemas.openxmlformats.org/officeDocument/2006/relationships/image" Target="../media/media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hueDir="cw" meth="repeat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node1">
    <dgm:fillClrLst hueDir="cw" meth="span">
      <a:schemeClr val="accent2"/>
      <a:schemeClr val="accent3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alignNode1">
    <dgm:fillClrLst hueDir="cw" meth="span">
      <a:schemeClr val="accent2"/>
      <a:schemeClr val="accent3"/>
    </dgm:fillClrLst>
    <dgm:linClrLst hueDir="cw" meth="span">
      <a:schemeClr val="accent2"/>
      <a:schemeClr val="accent3"/>
    </dgm:linClrLst>
    <dgm:effectClrLst hueDir="cw" meth="span"/>
    <dgm:txLinClrLst hueDir="cw" meth="span"/>
    <dgm:txFillClrLst hueDir="cw" meth="span"/>
    <dgm:txEffectClrLst hueDir="cw" meth="span"/>
  </dgm:styleLbl>
  <dgm:styleLbl name="lnNode1">
    <dgm:fillClrLst hueDir="cw" meth="span">
      <a:schemeClr val="accent2"/>
      <a:schemeClr val="accent3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vennNode1">
    <dgm:fillClrLst hueDir="cw" meth="span">
      <a:schemeClr val="accent2">
        <a:alpha val="50000"/>
      </a:schemeClr>
      <a:schemeClr val="accent3">
        <a:alpha val="50000"/>
      </a:schemeClr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node2">
    <dgm:fillClrLst hueDir="cw" meth="span">
      <a:schemeClr val="accent3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node3">
    <dgm:fillClrLst hueDir="cw" meth="span">
      <a:schemeClr val="accent4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node4">
    <dgm:fillClrLst hueDir="cw" meth="span">
      <a:schemeClr val="accent5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fgImgPlace1">
    <dgm:fillClrLst hueDir="cw" meth="span">
      <a:schemeClr val="accent2">
        <a:tint val="50000"/>
      </a:schemeClr>
      <a:schemeClr val="accent3">
        <a:tint val="50000"/>
      </a:schemeClr>
    </dgm:fillClrLst>
    <dgm:linClrLst hueDir="cw" meth="repeat">
      <a:schemeClr val="l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alignImgPlace1">
    <dgm:fillClrLst hueDir="cw" meth="span">
      <a:schemeClr val="accent2">
        <a:tint val="50000"/>
      </a:schemeClr>
      <a:schemeClr val="accent3">
        <a:tint val="20000"/>
      </a:schemeClr>
    </dgm:fillClrLst>
    <dgm:linClrLst hueDir="cw" meth="repeat">
      <a:schemeClr val="l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bgImgPlace1">
    <dgm:fillClrLst hueDir="cw" meth="span">
      <a:schemeClr val="accent2">
        <a:tint val="50000"/>
      </a:schemeClr>
      <a:schemeClr val="accent3">
        <a:tint val="20000"/>
      </a:schemeClr>
    </dgm:fillClrLst>
    <dgm:linClrLst hueDir="cw" meth="repeat">
      <a:schemeClr val="l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sibTrans2D1">
    <dgm:fillClrLst hueDir="cw" meth="span">
      <a:schemeClr val="accent2"/>
      <a:schemeClr val="accent3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fgSibTrans2D1">
    <dgm:fillClrLst hueDir="cw" meth="span">
      <a:schemeClr val="accent2"/>
      <a:schemeClr val="accent3"/>
    </dgm:fillClrLst>
    <dgm:linClrLst hueDir="cw" meth="repeat">
      <a:schemeClr val="l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bgSibTrans2D1">
    <dgm:fillClrLst hueDir="cw" meth="span">
      <a:schemeClr val="accent2"/>
      <a:schemeClr val="accent3"/>
    </dgm:fillClrLst>
    <dgm:linClrLst hueDir="cw" meth="repeat">
      <a:schemeClr val="l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sibTrans1D1">
    <dgm:fillClrLst hueDir="cw" meth="span"/>
    <dgm:linClrLst hueDir="cw" meth="span">
      <a:schemeClr val="accent2"/>
      <a:schemeClr val="accent3"/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callout">
    <dgm:fillClrLst hueDir="cw" meth="repeat">
      <a:schemeClr val="accent2"/>
    </dgm:fillClrLst>
    <dgm:linClrLst hueDir="cw" meth="repeat">
      <a:schemeClr val="accent2">
        <a:tint val="50000"/>
      </a:schemeClr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asst0">
    <dgm:fillClrLst hueDir="cw" meth="repeat">
      <a:schemeClr val="accent2"/>
    </dgm:fillClrLst>
    <dgm:linClrLst hueDir="cw" meth="repeat">
      <a:schemeClr val="lt1">
        <a:shade val="80000"/>
      </a:schemeClr>
    </dgm:linClrLst>
    <dgm:effectClrLst hueDir="cw" meth="span"/>
    <dgm:txLinClrLst hueDir="cw" meth="span"/>
    <dgm:txFillClrLst hueDir="cw" meth="span"/>
    <dgm:txEffectClrLst hueDir="cw" meth="span"/>
  </dgm:styleLbl>
  <dgm:styleLbl name="asst1">
    <dgm:fillClrLst hueDir="cw" meth="repeat">
      <a:schemeClr val="accent3"/>
    </dgm:fillClrLst>
    <dgm:linClrLst hueDir="cw" meth="repeat">
      <a:schemeClr val="lt1">
        <a:shade val="80000"/>
      </a:schemeClr>
    </dgm:linClrLst>
    <dgm:effectClrLst hueDir="cw" meth="span"/>
    <dgm:txLinClrLst hueDir="cw" meth="span"/>
    <dgm:txFillClrLst hueDir="cw" meth="span"/>
    <dgm:txEffectClrLst hueDir="cw" meth="span"/>
  </dgm:styleLbl>
  <dgm:styleLbl name="asst2">
    <dgm:fillClrLst hueDir="cw" meth="span">
      <a:schemeClr val="accent4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asst3">
    <dgm:fillClrLst hueDir="cw" meth="span">
      <a:schemeClr val="accent5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asst4">
    <dgm:fillClrLst hueDir="cw" meth="span">
      <a:schemeClr val="accent6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parChTrans2D1">
    <dgm:fillClrLst hueDir="cw" meth="repeat">
      <a:schemeClr val="accent2"/>
    </dgm:fillClrLst>
    <dgm:linClrLst hueDir="cw" meth="repeat">
      <a:schemeClr val="l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parChTrans2D2">
    <dgm:fillClrLst hueDir="cw" meth="repeat">
      <a:schemeClr val="accent3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parChTrans2D3">
    <dgm:fillClrLst hueDir="cw" meth="repeat">
      <a:schemeClr val="accent4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parChTrans2D4">
    <dgm:fillClrLst hueDir="cw" meth="repeat">
      <a:schemeClr val="accent5"/>
    </dgm:fillClrLst>
    <dgm:linClrLst hueDir="cw" meth="repeat">
      <a:schemeClr val="l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parChTrans1D1">
    <dgm:fillClrLst hueDir="cw" meth="repeat">
      <a:schemeClr val="accent2"/>
    </dgm:fillClrLst>
    <dgm:linClrLst hueDir="cw" meth="repeat">
      <a:schemeClr val="accent2"/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parChTrans1D2">
    <dgm:fillClrLst hueDir="cw" meth="repeat">
      <a:schemeClr val="accent2">
        <a:tint val="90000"/>
      </a:schemeClr>
    </dgm:fillClrLst>
    <dgm:linClrLst hueDir="cw" meth="repeat">
      <a:schemeClr val="accent3"/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parChTrans1D3">
    <dgm:fillClrLst hueDir="cw" meth="repeat">
      <a:schemeClr val="accent2">
        <a:tint val="70000"/>
      </a:schemeClr>
    </dgm:fillClrLst>
    <dgm:linClrLst hueDir="cw" meth="repeat">
      <a:schemeClr val="accent4"/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parChTrans1D4">
    <dgm:fillClrLst hueDir="cw" meth="repeat">
      <a:schemeClr val="accent2">
        <a:tint val="50000"/>
      </a:schemeClr>
    </dgm:fillClrLst>
    <dgm:linClrLst hueDir="cw" meth="repeat">
      <a:schemeClr val="accent5"/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fgAcc1">
    <dgm:fillClrLst hueDir="cw" meth="repeat">
      <a:schemeClr val="lt1">
        <a:alpha val="90000"/>
      </a:schemeClr>
    </dgm:fillClrLst>
    <dgm:linClrLst hueDir="cw" meth="span">
      <a:schemeClr val="accent2"/>
      <a:schemeClr val="accent3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conFgAcc1">
    <dgm:fillClrLst hueDir="cw" meth="repeat">
      <a:schemeClr val="lt1">
        <a:alpha val="90000"/>
      </a:schemeClr>
    </dgm:fillClrLst>
    <dgm:linClrLst hueDir="cw" meth="span">
      <a:schemeClr val="accent2"/>
      <a:schemeClr val="accent3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alignAcc1">
    <dgm:fillClrLst hueDir="cw" meth="repeat">
      <a:schemeClr val="lt1">
        <a:alpha val="90000"/>
      </a:schemeClr>
    </dgm:fillClrLst>
    <dgm:linClrLst hueDir="cw" meth="span">
      <a:schemeClr val="accent2"/>
      <a:schemeClr val="accent3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trAlignAcc1">
    <dgm:fillClrLst hueDir="cw" meth="repeat">
      <a:schemeClr val="lt1">
        <a:alpha val="40000"/>
      </a:schemeClr>
    </dgm:fillClrLst>
    <dgm:linClrLst hueDir="cw" meth="repeat">
      <a:schemeClr val="accent2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bgAcc1">
    <dgm:fillClrLst hueDir="cw" meth="repeat">
      <a:schemeClr val="lt1">
        <a:alpha val="90000"/>
      </a:schemeClr>
    </dgm:fillClrLst>
    <dgm:linClrLst hueDir="cw" meth="span">
      <a:schemeClr val="accent2"/>
      <a:schemeClr val="accent3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solidFgAcc1">
    <dgm:fillClrLst hueDir="cw" meth="repeat">
      <a:schemeClr val="lt1"/>
    </dgm:fillClrLst>
    <dgm:linClrLst hueDir="cw" meth="span">
      <a:schemeClr val="accent2"/>
      <a:schemeClr val="accent3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solidAlignAcc1">
    <dgm:fillClrLst hueDir="cw" meth="repeat">
      <a:schemeClr val="lt1"/>
    </dgm:fillClrLst>
    <dgm:linClrLst hueDir="cw" meth="span">
      <a:schemeClr val="accent2"/>
      <a:schemeClr val="accent3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solidBgAcc1">
    <dgm:fillClrLst hueDir="cw" meth="repeat">
      <a:schemeClr val="lt1"/>
    </dgm:fillClrLst>
    <dgm:linClrLst hueDir="cw" meth="span">
      <a:schemeClr val="accent2"/>
      <a:schemeClr val="accent3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FollowNode1">
    <dgm:fillClrLst hueDir="cw" meth="span">
      <a:schemeClr val="accent2">
        <a:tint val="40000"/>
        <a:alpha val="90000"/>
      </a:schemeClr>
      <a:schemeClr val="accent3">
        <a:tint val="40000"/>
        <a:alpha val="90000"/>
      </a:schemeClr>
    </dgm:fillClrLst>
    <dgm:linClrLst hueDir="cw" meth="span">
      <a:schemeClr val="accent2">
        <a:tint val="40000"/>
        <a:alpha val="90000"/>
      </a:schemeClr>
      <a:schemeClr val="accent3">
        <a:tint val="40000"/>
        <a:alpha val="9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alignAccFollowNode1">
    <dgm:fillClrLst hueDir="cw" meth="span">
      <a:schemeClr val="accent2">
        <a:tint val="40000"/>
        <a:alpha val="90000"/>
      </a:schemeClr>
      <a:schemeClr val="accent3">
        <a:tint val="40000"/>
        <a:alpha val="90000"/>
      </a:schemeClr>
    </dgm:fillClrLst>
    <dgm:linClrLst hueDir="cw" meth="span">
      <a:schemeClr val="accent2">
        <a:tint val="40000"/>
        <a:alpha val="90000"/>
      </a:schemeClr>
      <a:schemeClr val="accent3">
        <a:tint val="40000"/>
        <a:alpha val="9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bgAccFollowNode1">
    <dgm:fillClrLst hueDir="cw" meth="span">
      <a:schemeClr val="accent2">
        <a:tint val="40000"/>
        <a:alpha val="90000"/>
      </a:schemeClr>
      <a:schemeClr val="accent3">
        <a:tint val="40000"/>
        <a:alpha val="90000"/>
      </a:schemeClr>
    </dgm:fillClrLst>
    <dgm:linClrLst hueDir="cw" meth="span">
      <a:schemeClr val="accent2">
        <a:tint val="40000"/>
        <a:alpha val="90000"/>
      </a:schemeClr>
      <a:schemeClr val="accent3">
        <a:tint val="40000"/>
        <a:alpha val="9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0">
    <dgm:fillClrLst hueDir="cw" meth="repeat">
      <a:schemeClr val="lt1">
        <a:alpha val="90000"/>
      </a:schemeClr>
    </dgm:fillClrLst>
    <dgm:linClrLst hueDir="cw" meth="span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2">
    <dgm:fillClrLst hueDir="cw" meth="repeat">
      <a:schemeClr val="lt1">
        <a:alpha val="90000"/>
      </a:schemeClr>
    </dgm:fillClrLst>
    <dgm:linClrLst hueDir="cw" meth="span">
      <a:schemeClr val="accent3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3">
    <dgm:fillClrLst hueDir="cw" meth="repeat">
      <a:schemeClr val="lt1">
        <a:alpha val="90000"/>
      </a:schemeClr>
    </dgm:fillClrLst>
    <dgm:linClrLst hueDir="cw" meth="span">
      <a:schemeClr val="accent4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4">
    <dgm:fillClrLst hueDir="cw" meth="repeat">
      <a:schemeClr val="lt1">
        <a:alpha val="90000"/>
      </a:schemeClr>
    </dgm:fillClrLst>
    <dgm:linClrLst hueDir="cw" meth="span">
      <a:schemeClr val="accent5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bgShp">
    <dgm:fillClrLst hueDir="cw" meth="repeat">
      <a:schemeClr val="accent2">
        <a:tint val="40000"/>
      </a:schemeClr>
    </dgm:fillClrLst>
    <dgm:linClrLst hueDir="cw" meth="repeat">
      <a:schemeClr val="dk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dkBgShp">
    <dgm:fillClrLst hueDir="cw" meth="repeat">
      <a:schemeClr val="accent2">
        <a:shade val="90000"/>
      </a:schemeClr>
    </dgm:fillClrLst>
    <dgm:linClrLst hueDir="cw" meth="repeat">
      <a:schemeClr val="dk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trBgShp">
    <dgm:fillClrLst hueDir="cw" meth="repeat">
      <a:schemeClr val="accent2">
        <a:tint val="50000"/>
        <a:alpha val="40000"/>
      </a:schemeClr>
    </dgm:fillClrLst>
    <dgm:linClrLst hueDir="cw" meth="repeat">
      <a:schemeClr val="accent2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fgShp">
    <dgm:fillClrLst hueDir="cw" meth="repeat">
      <a:schemeClr val="accent2">
        <a:tint val="40000"/>
      </a:schemeClr>
    </dgm:fillClrLst>
    <dgm:linClrLst hueDir="cw" meth="repeat">
      <a:schemeClr val="l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revTx">
    <dgm:fillClrLst hueDir="cw" meth="repeat">
      <a:schemeClr val="lt1">
        <a:alpha val="0"/>
      </a:schemeClr>
    </dgm:fillClrLst>
    <dgm:linClrLst hueDir="cw" meth="repeat">
      <a:schemeClr val="dk1">
        <a:alpha val="0"/>
      </a:schemeClr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hueDir="cw" meth="repeat">
      <a:schemeClr val="accent3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node1">
    <dgm:fillClrLst hueDir="cw" meth="repeat">
      <a:schemeClr val="accent3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alignNode1">
    <dgm:fillClrLst hueDir="cw" meth="repeat">
      <a:schemeClr val="accent3"/>
    </dgm:fillClrLst>
    <dgm:linClrLst hueDir="cw" meth="repeat">
      <a:schemeClr val="accent3"/>
    </dgm:linClrLst>
    <dgm:effectClrLst hueDir="cw" meth="span"/>
    <dgm:txLinClrLst hueDir="cw" meth="span"/>
    <dgm:txFillClrLst hueDir="cw" meth="span"/>
    <dgm:txEffectClrLst hueDir="cw" meth="span"/>
  </dgm:styleLbl>
  <dgm:styleLbl name="lnNode1">
    <dgm:fillClrLst hueDir="cw" meth="repeat">
      <a:schemeClr val="accent3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vennNode1">
    <dgm:fillClrLst hueDir="cw" meth="repeat">
      <a:schemeClr val="accent3">
        <a:alpha val="50000"/>
      </a:schemeClr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node2">
    <dgm:fillClrLst hueDir="cw" meth="repeat">
      <a:schemeClr val="accent3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node3">
    <dgm:fillClrLst hueDir="cw" meth="repeat">
      <a:schemeClr val="accent3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node4">
    <dgm:fillClrLst hueDir="cw" meth="repeat">
      <a:schemeClr val="accent3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fgImgPlace1">
    <dgm:fillClrLst hueDir="cw" meth="repeat">
      <a:schemeClr val="accent3">
        <a:tint val="50000"/>
      </a:schemeClr>
    </dgm:fillClrLst>
    <dgm:linClrLst hueDir="cw" meth="repeat">
      <a:schemeClr val="l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alignImgPlace1">
    <dgm:fillClrLst hueDir="cw" meth="repeat">
      <a:schemeClr val="accent3">
        <a:tint val="50000"/>
      </a:schemeClr>
    </dgm:fillClrLst>
    <dgm:linClrLst hueDir="cw" meth="repeat">
      <a:schemeClr val="l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bgImgPlace1">
    <dgm:fillClrLst hueDir="cw" meth="repeat">
      <a:schemeClr val="accent3">
        <a:tint val="50000"/>
      </a:schemeClr>
    </dgm:fillClrLst>
    <dgm:linClrLst hueDir="cw" meth="repeat">
      <a:schemeClr val="l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sibTrans2D1">
    <dgm:fillClrLst hueDir="cw" meth="repeat">
      <a:schemeClr val="accent3">
        <a:tint val="60000"/>
      </a:schemeClr>
    </dgm:fillClrLst>
    <dgm:linClrLst hueDir="cw" meth="repeat">
      <a:schemeClr val="accent3">
        <a:tint val="60000"/>
      </a:schemeClr>
    </dgm:linClrLst>
    <dgm:effectClrLst hueDir="cw" meth="span"/>
    <dgm:txLinClrLst hueDir="cw" meth="span"/>
    <dgm:txFillClrLst hueDir="cw" meth="span"/>
    <dgm:txEffectClrLst hueDir="cw" meth="span"/>
  </dgm:styleLbl>
  <dgm:styleLbl name="fgSibTrans2D1">
    <dgm:fillClrLst hueDir="cw" meth="repeat">
      <a:schemeClr val="accent3">
        <a:tint val="60000"/>
      </a:schemeClr>
    </dgm:fillClrLst>
    <dgm:linClrLst hueDir="cw" meth="repeat">
      <a:schemeClr val="accent3">
        <a:tint val="60000"/>
      </a:schemeClr>
    </dgm:linClrLst>
    <dgm:effectClrLst hueDir="cw" meth="span"/>
    <dgm:txLinClrLst hueDir="cw" meth="span"/>
    <dgm:txFillClrLst hueDir="cw" meth="span"/>
    <dgm:txEffectClrLst hueDir="cw" meth="span"/>
  </dgm:styleLbl>
  <dgm:styleLbl name="bgSibTrans2D1">
    <dgm:fillClrLst hueDir="cw" meth="repeat">
      <a:schemeClr val="accent3">
        <a:tint val="60000"/>
      </a:schemeClr>
    </dgm:fillClrLst>
    <dgm:linClrLst hueDir="cw" meth="repeat">
      <a:schemeClr val="accent3">
        <a:tint val="60000"/>
      </a:schemeClr>
    </dgm:linClrLst>
    <dgm:effectClrLst hueDir="cw" meth="span"/>
    <dgm:txLinClrLst hueDir="cw" meth="span"/>
    <dgm:txFillClrLst hueDir="cw" meth="span"/>
    <dgm:txEffectClrLst hueDir="cw" meth="span"/>
  </dgm:styleLbl>
  <dgm:styleLbl name="sibTrans1D1">
    <dgm:fillClrLst hueDir="cw" meth="repeat">
      <a:schemeClr val="accent3"/>
    </dgm:fillClrLst>
    <dgm:linClrLst hueDir="cw" meth="repeat">
      <a:schemeClr val="accent3"/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callout">
    <dgm:fillClrLst hueDir="cw" meth="repeat">
      <a:schemeClr val="accent3"/>
    </dgm:fillClrLst>
    <dgm:linClrLst hueDir="cw" meth="repeat">
      <a:schemeClr val="accent3">
        <a:tint val="50000"/>
      </a:schemeClr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asst0">
    <dgm:fillClrLst hueDir="cw" meth="repeat">
      <a:schemeClr val="accent3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asst1">
    <dgm:fillClrLst hueDir="cw" meth="repeat">
      <a:schemeClr val="accent3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asst2">
    <dgm:fillClrLst hueDir="cw" meth="repeat">
      <a:schemeClr val="accent3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asst3">
    <dgm:fillClrLst hueDir="cw" meth="repeat">
      <a:schemeClr val="accent3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asst4">
    <dgm:fillClrLst hueDir="cw" meth="repeat">
      <a:schemeClr val="accent3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parChTrans2D1">
    <dgm:fillClrLst hueDir="cw" meth="repeat">
      <a:schemeClr val="accent3">
        <a:tint val="60000"/>
      </a:schemeClr>
    </dgm:fillClrLst>
    <dgm:linClrLst hueDir="cw" meth="repeat">
      <a:schemeClr val="accent3">
        <a:tint val="60000"/>
      </a:schemeClr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parChTrans2D2">
    <dgm:fillClrLst hueDir="cw" meth="repeat">
      <a:schemeClr val="accent3"/>
    </dgm:fillClrLst>
    <dgm:linClrLst hueDir="cw" meth="repeat">
      <a:schemeClr val="accent3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parChTrans2D3">
    <dgm:fillClrLst hueDir="cw" meth="repeat">
      <a:schemeClr val="accent3"/>
    </dgm:fillClrLst>
    <dgm:linClrLst hueDir="cw" meth="repeat">
      <a:schemeClr val="accent3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parChTrans2D4">
    <dgm:fillClrLst hueDir="cw" meth="repeat">
      <a:schemeClr val="accent3"/>
    </dgm:fillClrLst>
    <dgm:linClrLst hueDir="cw" meth="repeat">
      <a:schemeClr val="accent3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parChTrans1D1">
    <dgm:fillClrLst hueDir="cw" meth="repeat">
      <a:schemeClr val="accent3"/>
    </dgm:fillClrLst>
    <dgm:linClrLst hueDir="cw" meth="repeat">
      <a:schemeClr val="accent3">
        <a:shade val="60000"/>
      </a:schemeClr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parChTrans1D2">
    <dgm:fillClrLst hueDir="cw" meth="repeat">
      <a:schemeClr val="accent3"/>
    </dgm:fillClrLst>
    <dgm:linClrLst hueDir="cw" meth="repeat">
      <a:schemeClr val="accent3">
        <a:shade val="60000"/>
      </a:schemeClr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parChTrans1D3">
    <dgm:fillClrLst hueDir="cw" meth="repeat">
      <a:schemeClr val="accent3"/>
    </dgm:fillClrLst>
    <dgm:linClrLst hueDir="cw" meth="repeat">
      <a:schemeClr val="accent3">
        <a:shade val="80000"/>
      </a:schemeClr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parChTrans1D4">
    <dgm:fillClrLst hueDir="cw" meth="repeat">
      <a:schemeClr val="accent3"/>
    </dgm:fillClrLst>
    <dgm:linClrLst hueDir="cw" meth="repeat">
      <a:schemeClr val="accent3">
        <a:shade val="80000"/>
      </a:schemeClr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fgAcc1">
    <dgm:fillClrLst hueDir="cw" meth="repeat">
      <a:schemeClr val="lt1">
        <a:alpha val="90000"/>
      </a:schemeClr>
    </dgm:fillClrLst>
    <dgm:linClrLst hueDir="cw" meth="repeat">
      <a:schemeClr val="accent3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conFgAcc1">
    <dgm:fillClrLst hueDir="cw" meth="repeat">
      <a:schemeClr val="lt1">
        <a:alpha val="90000"/>
      </a:schemeClr>
    </dgm:fillClrLst>
    <dgm:linClrLst hueDir="cw" meth="repeat">
      <a:schemeClr val="accent3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alignAcc1">
    <dgm:fillClrLst hueDir="cw" meth="repeat">
      <a:schemeClr val="lt1">
        <a:alpha val="90000"/>
      </a:schemeClr>
    </dgm:fillClrLst>
    <dgm:linClrLst hueDir="cw" meth="repeat">
      <a:schemeClr val="accent3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trAlignAcc1">
    <dgm:fillClrLst hueDir="cw" meth="repeat">
      <a:schemeClr val="lt1">
        <a:alpha val="40000"/>
      </a:schemeClr>
    </dgm:fillClrLst>
    <dgm:linClrLst hueDir="cw" meth="repeat">
      <a:schemeClr val="accent3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bgAcc1">
    <dgm:fillClrLst hueDir="cw" meth="repeat">
      <a:schemeClr val="lt1">
        <a:alpha val="90000"/>
      </a:schemeClr>
    </dgm:fillClrLst>
    <dgm:linClrLst hueDir="cw" meth="repeat">
      <a:schemeClr val="accent3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solidFgAcc1">
    <dgm:fillClrLst hueDir="cw" meth="repeat">
      <a:schemeClr val="lt1"/>
    </dgm:fillClrLst>
    <dgm:linClrLst hueDir="cw" meth="repeat">
      <a:schemeClr val="accent3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solidAlignAcc1">
    <dgm:fillClrLst hueDir="cw" meth="repeat">
      <a:schemeClr val="lt1"/>
    </dgm:fillClrLst>
    <dgm:linClrLst hueDir="cw" meth="repeat">
      <a:schemeClr val="accent3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solidBgAcc1">
    <dgm:fillClrLst hueDir="cw" meth="repeat">
      <a:schemeClr val="lt1"/>
    </dgm:fillClrLst>
    <dgm:linClrLst hueDir="cw" meth="repeat">
      <a:schemeClr val="accent3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FollowNode1">
    <dgm:fillClrLst hueDir="cw" meth="repeat">
      <a:schemeClr val="accent3">
        <a:alpha val="90000"/>
        <a:tint val="40000"/>
      </a:schemeClr>
    </dgm:fillClrLst>
    <dgm:linClrLst hueDir="cw" meth="repeat">
      <a:schemeClr val="accent3">
        <a:alpha val="90000"/>
        <a:tint val="4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alignAccFollowNode1">
    <dgm:fillClrLst hueDir="cw" meth="repeat">
      <a:schemeClr val="accent3">
        <a:alpha val="90000"/>
        <a:tint val="40000"/>
      </a:schemeClr>
    </dgm:fillClrLst>
    <dgm:linClrLst hueDir="cw" meth="repeat">
      <a:schemeClr val="accent3">
        <a:alpha val="90000"/>
        <a:tint val="4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bgAccFollowNode1">
    <dgm:fillClrLst hueDir="cw" meth="repeat">
      <a:schemeClr val="accent3">
        <a:alpha val="90000"/>
        <a:tint val="40000"/>
      </a:schemeClr>
    </dgm:fillClrLst>
    <dgm:linClrLst hueDir="cw" meth="repeat">
      <a:schemeClr val="accent3">
        <a:alpha val="90000"/>
        <a:tint val="4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0">
    <dgm:fillClrLst hueDir="cw" meth="repeat">
      <a:schemeClr val="lt1">
        <a:alpha val="90000"/>
      </a:schemeClr>
    </dgm:fillClrLst>
    <dgm:linClrLst hueDir="cw" meth="repeat">
      <a:schemeClr val="accent3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2">
    <dgm:fillClrLst hueDir="cw" meth="repeat">
      <a:schemeClr val="lt1">
        <a:alpha val="90000"/>
      </a:schemeClr>
    </dgm:fillClrLst>
    <dgm:linClrLst hueDir="cw" meth="repeat">
      <a:schemeClr val="accent3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3">
    <dgm:fillClrLst hueDir="cw" meth="repeat">
      <a:schemeClr val="lt1">
        <a:alpha val="90000"/>
      </a:schemeClr>
    </dgm:fillClrLst>
    <dgm:linClrLst hueDir="cw" meth="repeat">
      <a:schemeClr val="accent3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4">
    <dgm:fillClrLst hueDir="cw" meth="repeat">
      <a:schemeClr val="lt1">
        <a:alpha val="90000"/>
      </a:schemeClr>
    </dgm:fillClrLst>
    <dgm:linClrLst hueDir="cw" meth="repeat">
      <a:schemeClr val="accent3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bgShp">
    <dgm:fillClrLst hueDir="cw" meth="repeat">
      <a:schemeClr val="accent3">
        <a:tint val="40000"/>
      </a:schemeClr>
    </dgm:fillClrLst>
    <dgm:linClrLst hueDir="cw" meth="repeat">
      <a:schemeClr val="accent3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dkBgShp">
    <dgm:fillClrLst hueDir="cw" meth="repeat">
      <a:schemeClr val="accent3">
        <a:shade val="80000"/>
      </a:schemeClr>
    </dgm:fillClrLst>
    <dgm:linClrLst hueDir="cw" meth="repeat">
      <a:schemeClr val="accent3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trBgShp">
    <dgm:fillClrLst hueDir="cw" meth="repeat">
      <a:schemeClr val="accent3">
        <a:tint val="50000"/>
        <a:alpha val="40000"/>
      </a:schemeClr>
    </dgm:fillClrLst>
    <dgm:linClrLst hueDir="cw" meth="repeat">
      <a:schemeClr val="accent3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fgShp">
    <dgm:fillClrLst hueDir="cw" meth="repeat">
      <a:schemeClr val="accent3">
        <a:tint val="60000"/>
      </a:schemeClr>
    </dgm:fillClrLst>
    <dgm:linClrLst hueDir="cw" meth="repeat">
      <a:schemeClr val="l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revTx">
    <dgm:fillClrLst hueDir="cw" meth="repeat">
      <a:schemeClr val="lt1">
        <a:alpha val="0"/>
      </a:schemeClr>
    </dgm:fillClrLst>
    <dgm:linClrLst hueDir="cw" meth="repeat">
      <a:schemeClr val="dk1">
        <a:alpha val="0"/>
      </a:schemeClr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5">
  <dgm:title val=""/>
  <dgm:desc val=""/>
  <dgm:catLst>
    <dgm:cat type="accent1" pri="11500"/>
  </dgm:catLst>
  <dgm:styleLbl name="node0">
    <dgm:fillClrLst hueDir="cw" meth="cycle">
      <a:schemeClr val="accent1">
        <a:alpha val="80000"/>
      </a:schemeClr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node1">
    <dgm:fillClrLst hueDir="cw" meth="span">
      <a:schemeClr val="accent1">
        <a:alpha val="90000"/>
      </a:schemeClr>
      <a:schemeClr val="accent1">
        <a:alpha val="50000"/>
      </a:schemeClr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alignNode1">
    <dgm:fillClrLst hueDir="cw" meth="span">
      <a:schemeClr val="accent1">
        <a:alpha val="90000"/>
      </a:schemeClr>
      <a:schemeClr val="accent1">
        <a:alpha val="50000"/>
      </a:schemeClr>
    </dgm:fillClrLst>
    <dgm:linClrLst hueDir="cw" meth="span">
      <a:schemeClr val="accent1">
        <a:alpha val="90000"/>
      </a:schemeClr>
      <a:schemeClr val="accent1">
        <a:alpha val="50000"/>
      </a:schemeClr>
    </dgm:linClrLst>
    <dgm:effectClrLst hueDir="cw" meth="span"/>
    <dgm:txLinClrLst hueDir="cw" meth="span"/>
    <dgm:txFillClrLst hueDir="cw" meth="span"/>
    <dgm:txEffectClrLst hueDir="cw" meth="span"/>
  </dgm:styleLbl>
  <dgm:styleLbl name="lnNode1">
    <dgm:fillClrLst hueDir="cw" meth="span">
      <a:schemeClr val="accent1">
        <a:shade val="90000"/>
      </a:schemeClr>
      <a:schemeClr val="accent1">
        <a:alpha val="50000"/>
        <a:tint val="50000"/>
      </a:schemeClr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vennNode1">
    <dgm:fillClrLst hueDir="cw" meth="span">
      <a:schemeClr val="accent1">
        <a:shade val="80000"/>
        <a:alpha val="50000"/>
      </a:schemeClr>
      <a:schemeClr val="accent1">
        <a:alpha val="80000"/>
      </a:schemeClr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node2">
    <dgm:fillClrLst hueDir="cw" meth="span">
      <a:schemeClr val="accent1">
        <a:alpha val="70000"/>
      </a:schemeClr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node3">
    <dgm:fillClrLst hueDir="cw" meth="span">
      <a:schemeClr val="accent1">
        <a:alpha val="50000"/>
      </a:schemeClr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node4">
    <dgm:fillClrLst hueDir="cw" meth="span">
      <a:schemeClr val="accent1">
        <a:alpha val="30000"/>
      </a:schemeClr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fgImgPlace1">
    <dgm:fillClrLst hueDir="cw" meth="span">
      <a:schemeClr val="accent1">
        <a:tint val="50000"/>
        <a:alpha val="90000"/>
      </a:schemeClr>
      <a:schemeClr val="accent1">
        <a:tint val="20000"/>
        <a:alpha val="50000"/>
      </a:schemeClr>
    </dgm:fillClrLst>
    <dgm:linClrLst hueDir="cw" meth="repeat">
      <a:schemeClr val="l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alignImgPlace1">
    <dgm:fillClrLst hueDir="cw" meth="span">
      <a:schemeClr val="accent1">
        <a:tint val="50000"/>
      </a:schemeClr>
      <a:schemeClr val="accent1">
        <a:tint val="20000"/>
      </a:schemeClr>
    </dgm:fillClrLst>
    <dgm:linClrLst hueDir="cw" meth="repeat">
      <a:schemeClr val="l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bgImgPlace1">
    <dgm:fillClrLst hueDir="cw" meth="span">
      <a:schemeClr val="accent1">
        <a:tint val="50000"/>
      </a:schemeClr>
      <a:schemeClr val="accent1">
        <a:tint val="20000"/>
      </a:schemeClr>
    </dgm:fillClrLst>
    <dgm:linClrLst hueDir="cw" meth="repeat">
      <a:schemeClr val="l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sibTrans2D1">
    <dgm:fillClrLst hueDir="cw" meth="span">
      <a:schemeClr val="accent1">
        <a:shade val="90000"/>
      </a:schemeClr>
      <a:schemeClr val="accent1">
        <a:tint val="50000"/>
      </a:schemeClr>
    </dgm:fillClrLst>
    <dgm:linClrLst hueDir="cw" meth="span">
      <a:schemeClr val="accent1">
        <a:shade val="90000"/>
      </a:schemeClr>
      <a:schemeClr val="accent1">
        <a:tint val="50000"/>
      </a:schemeClr>
    </dgm:linClrLst>
    <dgm:effectClrLst hueDir="cw" meth="span"/>
    <dgm:txLinClrLst hueDir="cw" meth="span"/>
    <dgm:txFillClrLst hueDir="cw" meth="span"/>
    <dgm:txEffectClrLst hueDir="cw" meth="span"/>
  </dgm:styleLbl>
  <dgm:styleLbl name="fgSibTrans2D1">
    <dgm:fillClrLst hueDir="cw" meth="span">
      <a:schemeClr val="accent1">
        <a:shade val="90000"/>
      </a:schemeClr>
      <a:schemeClr val="accent1">
        <a:tint val="50000"/>
      </a:schemeClr>
    </dgm:fillClrLst>
    <dgm:linClrLst hueDir="cw" meth="span">
      <a:schemeClr val="accent1">
        <a:shade val="90000"/>
      </a:schemeClr>
      <a:schemeClr val="accent1">
        <a:tint val="50000"/>
      </a:schemeClr>
    </dgm:linClrLst>
    <dgm:effectClrLst hueDir="cw" meth="span"/>
    <dgm:txLinClrLst hueDir="cw" meth="span"/>
    <dgm:txFillClrLst hueDir="cw" meth="span"/>
    <dgm:txEffectClrLst hueDir="cw" meth="span"/>
  </dgm:styleLbl>
  <dgm:styleLbl name="bgSibTrans2D1">
    <dgm:fillClrLst hueDir="cw" meth="span">
      <a:schemeClr val="accent1">
        <a:shade val="90000"/>
      </a:schemeClr>
      <a:schemeClr val="accent1">
        <a:tint val="50000"/>
      </a:schemeClr>
    </dgm:fillClrLst>
    <dgm:linClrLst hueDir="cw" meth="span">
      <a:schemeClr val="accent1">
        <a:shade val="90000"/>
      </a:schemeClr>
      <a:schemeClr val="accent1">
        <a:tint val="50000"/>
      </a:schemeClr>
    </dgm:linClrLst>
    <dgm:effectClrLst hueDir="cw" meth="span"/>
    <dgm:txLinClrLst hueDir="cw" meth="span"/>
    <dgm:txFillClrLst hueDir="cw" meth="span"/>
    <dgm:txEffectClrLst hueDir="cw" meth="span"/>
  </dgm:styleLbl>
  <dgm:styleLbl name="sibTrans1D1">
    <dgm:fillClrLst hueDir="cw" meth="span">
      <a:schemeClr val="accent1">
        <a:shade val="90000"/>
      </a:schemeClr>
      <a:schemeClr val="accent1">
        <a:tint val="50000"/>
      </a:schemeClr>
    </dgm:fillClrLst>
    <dgm:linClrLst hueDir="cw" meth="span">
      <a:schemeClr val="accent1">
        <a:shade val="90000"/>
      </a:schemeClr>
      <a:schemeClr val="accent1">
        <a:tint val="50000"/>
      </a:schemeClr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callout">
    <dgm:fillClrLst hueDir="cw" meth="repeat">
      <a:schemeClr val="accent1"/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asst0">
    <dgm:fillClrLst hueDir="cw" meth="repeat">
      <a:schemeClr val="accent1">
        <a:alpha val="90000"/>
      </a:schemeClr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asst1">
    <dgm:fillClrLst hueDir="cw" meth="repeat">
      <a:schemeClr val="accent1">
        <a:alpha val="90000"/>
      </a:schemeClr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asst2">
    <dgm:fillClrLst hueDir="cw" meth="span">
      <a:schemeClr val="accent1">
        <a:alpha val="90000"/>
      </a:schemeClr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asst3">
    <dgm:fillClrLst hueDir="cw" meth="span">
      <a:schemeClr val="accent1">
        <a:alpha val="70000"/>
      </a:schemeClr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asst4">
    <dgm:fillClrLst hueDir="cw" meth="span">
      <a:schemeClr val="accent1">
        <a:alpha val="50000"/>
      </a:schemeClr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parChTrans2D1">
    <dgm:fillClrLst hueDir="cw" meth="repeat">
      <a:schemeClr val="accent1">
        <a:shade val="80000"/>
      </a:schemeClr>
    </dgm:fillClrLst>
    <dgm:linClrLst hueDir="cw" meth="repeat">
      <a:schemeClr val="accent1">
        <a:shade val="80000"/>
      </a:schemeClr>
    </dgm:linClrLst>
    <dgm:effectClrLst hueDir="cw" meth="span"/>
    <dgm:txLinClrLst hueDir="cw" meth="span"/>
    <dgm:txFillClrLst hueDir="cw" meth="span"/>
    <dgm:txEffectClrLst hueDir="cw" meth="span"/>
  </dgm:styleLbl>
  <dgm:styleLbl name="parChTrans2D2">
    <dgm:fillClrLst hueDir="cw" meth="repeat">
      <a:schemeClr val="accent1">
        <a:tint val="90000"/>
      </a:schemeClr>
    </dgm:fillClrLst>
    <dgm:linClrLst hueDir="cw" meth="repeat">
      <a:schemeClr val="accent1">
        <a:tint val="90000"/>
      </a:schemeClr>
    </dgm:linClrLst>
    <dgm:effectClrLst hueDir="cw" meth="span"/>
    <dgm:txLinClrLst hueDir="cw" meth="span"/>
    <dgm:txFillClrLst hueDir="cw" meth="span"/>
    <dgm:txEffectClrLst hueDir="cw" meth="span"/>
  </dgm:styleLbl>
  <dgm:styleLbl name="parChTrans2D3">
    <dgm:fillClrLst hueDir="cw" meth="repeat">
      <a:schemeClr val="accent1">
        <a:tint val="70000"/>
      </a:schemeClr>
    </dgm:fillClrLst>
    <dgm:linClrLst hueDir="cw" meth="repeat">
      <a:schemeClr val="accent1">
        <a:tint val="70000"/>
      </a:schemeClr>
    </dgm:linClrLst>
    <dgm:effectClrLst hueDir="cw" meth="span"/>
    <dgm:txLinClrLst hueDir="cw" meth="span"/>
    <dgm:txFillClrLst hueDir="cw" meth="span"/>
    <dgm:txEffectClrLst hueDir="cw" meth="span"/>
  </dgm:styleLbl>
  <dgm:styleLbl name="parChTrans2D4">
    <dgm:fillClrLst hueDir="cw" meth="repeat">
      <a:schemeClr val="accent1">
        <a:tint val="50000"/>
      </a:schemeClr>
    </dgm:fillClrLst>
    <dgm:linClrLst hueDir="cw" meth="repeat">
      <a:schemeClr val="accent1">
        <a:tint val="5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parChTrans1D1">
    <dgm:fillClrLst hueDir="cw" meth="repeat">
      <a:schemeClr val="accent1">
        <a:shade val="80000"/>
      </a:schemeClr>
    </dgm:fillClrLst>
    <dgm:linClrLst hueDir="cw" meth="repeat">
      <a:schemeClr val="accent1">
        <a:shade val="80000"/>
      </a:schemeClr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parChTrans1D2">
    <dgm:fillClrLst hueDir="cw" meth="repeat">
      <a:schemeClr val="accent1">
        <a:tint val="90000"/>
      </a:schemeClr>
    </dgm:fillClrLst>
    <dgm:linClrLst hueDir="cw" meth="repeat">
      <a:schemeClr val="accent1">
        <a:tint val="90000"/>
      </a:schemeClr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parChTrans1D3">
    <dgm:fillClrLst hueDir="cw" meth="repeat">
      <a:schemeClr val="accent1">
        <a:tint val="70000"/>
      </a:schemeClr>
    </dgm:fillClrLst>
    <dgm:linClrLst hueDir="cw" meth="repeat">
      <a:schemeClr val="accent1">
        <a:tint val="70000"/>
      </a:schemeClr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parChTrans1D4">
    <dgm:fillClrLst hueDir="cw" meth="repeat">
      <a:schemeClr val="accent1">
        <a:tint val="50000"/>
      </a:schemeClr>
    </dgm:fillClrLst>
    <dgm:linClrLst hueDir="cw" meth="repeat">
      <a:schemeClr val="accent1">
        <a:tint val="50000"/>
      </a:schemeClr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fgAcc1">
    <dgm:fillClrLst hueDir="cw" meth="repeat">
      <a:schemeClr val="lt1">
        <a:alpha val="90000"/>
      </a:schemeClr>
    </dgm:fillClrLst>
    <dgm:linClrLst hueDir="cw" meth="span">
      <a:schemeClr val="accent1">
        <a:alpha val="90000"/>
      </a:schemeClr>
      <a:schemeClr val="accent1">
        <a:alpha val="5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conFgAcc1">
    <dgm:fillClrLst hueDir="cw" meth="repeat">
      <a:schemeClr val="lt1">
        <a:alpha val="90000"/>
      </a:schemeClr>
    </dgm:fillClrLst>
    <dgm:linClrLst hueDir="cw" meth="span">
      <a:schemeClr val="accent1">
        <a:alpha val="90000"/>
      </a:schemeClr>
      <a:schemeClr val="accent1">
        <a:alpha val="5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alignAcc1">
    <dgm:fillClrLst hueDir="cw" meth="repeat">
      <a:schemeClr val="lt1">
        <a:alpha val="90000"/>
      </a:schemeClr>
    </dgm:fillClrLst>
    <dgm:linClrLst hueDir="cw" meth="span">
      <a:schemeClr val="accent1">
        <a:alpha val="90000"/>
      </a:schemeClr>
      <a:schemeClr val="accent1">
        <a:alpha val="5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trAlignAcc1">
    <dgm:fillClrLst hueDir="cw" meth="repeat">
      <a:schemeClr val="lt1">
        <a:alpha val="40000"/>
      </a:schemeClr>
    </dgm:fillClrLst>
    <dgm:linClrLst hueDir="cw" meth="span">
      <a:schemeClr val="accent1">
        <a:alpha val="90000"/>
      </a:schemeClr>
      <a:schemeClr val="accent1">
        <a:alpha val="5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bgAcc1">
    <dgm:fillClrLst hueDir="cw" meth="repeat">
      <a:schemeClr val="lt1">
        <a:alpha val="90000"/>
      </a:schemeClr>
    </dgm:fillClrLst>
    <dgm:linClrLst hueDir="cw" meth="span">
      <a:schemeClr val="accent1">
        <a:alpha val="90000"/>
      </a:schemeClr>
      <a:schemeClr val="accent1">
        <a:alpha val="5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solidFgAcc1">
    <dgm:fillClrLst hueDir="cw" meth="repeat">
      <a:schemeClr val="lt1"/>
    </dgm:fillClrLst>
    <dgm:linClrLst hueDir="cw" meth="span">
      <a:schemeClr val="accent1">
        <a:alpha val="90000"/>
      </a:schemeClr>
      <a:schemeClr val="accent1">
        <a:alpha val="5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solidAlignAcc1">
    <dgm:fillClrLst hueDir="cw" meth="repeat">
      <a:schemeClr val="lt1"/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solidBgAcc1">
    <dgm:fillClrLst hueDir="cw" meth="repeat">
      <a:schemeClr val="lt1"/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FollowNode1">
    <dgm:fillClrLst hueDir="cw" meth="span">
      <a:schemeClr val="accent1">
        <a:alpha val="90000"/>
        <a:tint val="40000"/>
      </a:schemeClr>
      <a:schemeClr val="accent1">
        <a:alpha val="50000"/>
        <a:tint val="40000"/>
      </a:schemeClr>
    </dgm:fillClrLst>
    <dgm:linClrLst hueDir="cw" meth="repeat">
      <a:schemeClr val="accent1">
        <a:alpha val="90000"/>
        <a:tint val="4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alignAccFollowNode1">
    <dgm:fillClrLst hueDir="cw" meth="repeat">
      <a:schemeClr val="accent1">
        <a:alpha val="90000"/>
        <a:tint val="40000"/>
      </a:schemeClr>
    </dgm:fillClrLst>
    <dgm:linClrLst hueDir="cw" meth="repeat">
      <a:schemeClr val="accent1">
        <a:alpha val="90000"/>
        <a:tint val="4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bgAccFollowNode1">
    <dgm:fillClrLst hueDir="cw" meth="repeat">
      <a:schemeClr val="accent1">
        <a:alpha val="90000"/>
        <a:tint val="40000"/>
      </a:schemeClr>
    </dgm:fillClrLst>
    <dgm:linClrLst hueDir="cw" meth="repeat">
      <a:schemeClr val="l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0">
    <dgm:fillClrLst hueDir="cw" meth="repeat">
      <a:schemeClr val="lt1">
        <a:alpha val="90000"/>
      </a:schemeClr>
    </dgm:fillClrLst>
    <dgm:linClrLst hueDir="cw" meth="repeat">
      <a:schemeClr val="accent1">
        <a:shade val="8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2">
    <dgm:fillClrLst hueDir="cw" meth="repeat">
      <a:schemeClr val="lt1">
        <a:alpha val="90000"/>
      </a:schemeClr>
    </dgm:fillClrLst>
    <dgm:linClrLst hueDir="cw" meth="repeat">
      <a:schemeClr val="accent1">
        <a:tint val="9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3">
    <dgm:fillClrLst hueDir="cw" meth="repeat">
      <a:schemeClr val="lt1">
        <a:alpha val="90000"/>
      </a:schemeClr>
    </dgm:fillClrLst>
    <dgm:linClrLst hueDir="cw" meth="repeat">
      <a:schemeClr val="accent1">
        <a:tint val="7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4">
    <dgm:fillClrLst hueDir="cw" meth="repeat">
      <a:schemeClr val="lt1">
        <a:alpha val="90000"/>
      </a:schemeClr>
    </dgm:fillClrLst>
    <dgm:linClrLst hueDir="cw" meth="repeat">
      <a:schemeClr val="accent1">
        <a:tint val="5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bgShp">
    <dgm:fillClrLst hueDir="cw" meth="repeat">
      <a:schemeClr val="accent1">
        <a:tint val="40000"/>
      </a:schemeClr>
    </dgm:fillClrLst>
    <dgm:linClrLst hueDir="cw" meth="repeat">
      <a:schemeClr val="dk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dkBgShp">
    <dgm:fillClrLst hueDir="cw" meth="repeat">
      <a:schemeClr val="accent1">
        <a:shade val="90000"/>
      </a:schemeClr>
    </dgm:fillClrLst>
    <dgm:linClrLst hueDir="cw" meth="repeat">
      <a:schemeClr val="dk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trBgShp">
    <dgm:fillClrLst hueDir="cw" meth="repeat">
      <a:schemeClr val="accent1">
        <a:tint val="50000"/>
        <a:alpha val="4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fgShp">
    <dgm:fillClrLst hueDir="cw" meth="repeat">
      <a:schemeClr val="accent1">
        <a:tint val="40000"/>
      </a:schemeClr>
    </dgm:fillClrLst>
    <dgm:linClrLst hueDir="cw" meth="repeat">
      <a:schemeClr val="l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revTx">
    <dgm:fillClrLst hueDir="cw" meth="repeat">
      <a:schemeClr val="lt1">
        <a:alpha val="0"/>
      </a:schemeClr>
    </dgm:fillClrLst>
    <dgm:linClrLst hueDir="cw" meth="repeat">
      <a:schemeClr val="dk1">
        <a:alpha val="0"/>
      </a:schemeClr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</dgm:colorsDef>
</file>

<file path=ppt/diagrams/data1.xml><?xml version="1.0" encoding="utf-8"?>
<dgm:dataModel xmlns:dgm="http://schemas.openxmlformats.org/drawingml/2006/diagram" xmlns:a="http://schemas.openxmlformats.org/drawingml/2006/main" xmlns:r="http://schemas.openxmlformats.org/officeDocument/2006/relationships">
  <dgm:ptLst>
    <dgm:pt modelId="{270B75B4-4418-4536-91DD-3B60740F33A4}" type="doc">
      <dgm:prSet loTypeId="urn:microsoft.com/office/officeart/2016/7/layout/VerticalSolidActionList" loCatId="List" qsTypeId="urn:microsoft.com/office/officeart/2005/8/quickstyle/simple1" qsCatId="simple" csTypeId="urn:microsoft.com/office/officeart/2005/8/colors/colorful2" csCatId="colorful" phldr="1"/>
      <dgm:spPr bwMode="auto"/>
      <dgm:t>
        <a:bodyPr/>
        <a:lstStyle/>
        <a:p>
          <a:pPr>
            <a:defRPr/>
          </a:pPr>
          <a:endParaRPr lang="en-US"/>
        </a:p>
      </dgm:t>
    </dgm:pt>
    <dgm:pt modelId="{31AECC0A-4921-4F18-8409-B7E6F57B13BC}" type="node">
      <dgm:prSet/>
      <dgm:spPr bwMode="auto"/>
      <dgm:t>
        <a:bodyPr/>
        <a:lstStyle/>
        <a:p>
          <a:pPr>
            <a:defRPr/>
          </a:pPr>
          <a:r>
            <a:rPr lang="de-DE"/>
            <a:t>Differential Privacy SGD</a:t>
          </a:r>
          <a:endParaRPr lang="en-US"/>
        </a:p>
      </dgm:t>
    </dgm:pt>
    <dgm:pt modelId="{01E367EB-7B95-4C92-8736-74504BA4E713}" type="parTrans" cxnId="{4D62C4A1-5ABC-47A0-87DB-AA11E51B7ED3}">
      <dgm:prSet/>
      <dgm:spPr bwMode="auto"/>
      <dgm:t>
        <a:bodyPr/>
        <a:lstStyle/>
        <a:p>
          <a:pPr>
            <a:defRPr/>
          </a:pPr>
          <a:endParaRPr lang="en-US"/>
        </a:p>
      </dgm:t>
    </dgm:pt>
    <dgm:pt modelId="{B6084F43-082D-4591-B15E-B1A6006C1C50}" type="sibTrans" cxnId="{4D62C4A1-5ABC-47A0-87DB-AA11E51B7ED3}">
      <dgm:prSet/>
      <dgm:spPr bwMode="auto"/>
      <dgm:t>
        <a:bodyPr/>
        <a:lstStyle/>
        <a:p>
          <a:pPr>
            <a:defRPr/>
          </a:pPr>
          <a:endParaRPr lang="en-US"/>
        </a:p>
      </dgm:t>
    </dgm:pt>
    <dgm:pt modelId="{B45F4F2F-DB28-4C3D-9593-B79879EEC34B}" type="node">
      <dgm:prSet/>
      <dgm:spPr bwMode="auto"/>
      <dgm:t>
        <a:bodyPr/>
        <a:lstStyle/>
        <a:p>
          <a:pPr>
            <a:defRPr/>
          </a:pPr>
          <a:r>
            <a:rPr lang="de-DE"/>
            <a:t>Locally</a:t>
          </a:r>
          <a:r>
            <a:rPr lang="de-DE"/>
            <a:t> </a:t>
          </a:r>
          <a:r>
            <a:rPr lang="de-DE"/>
            <a:t>clip</a:t>
          </a:r>
          <a:r>
            <a:rPr lang="de-DE"/>
            <a:t> per-sample </a:t>
          </a:r>
          <a:r>
            <a:rPr lang="de-DE"/>
            <a:t>gradients</a:t>
          </a:r>
          <a:r>
            <a:rPr lang="de-DE"/>
            <a:t> and </a:t>
          </a:r>
          <a:r>
            <a:rPr lang="de-DE"/>
            <a:t>add</a:t>
          </a:r>
          <a:r>
            <a:rPr lang="de-DE"/>
            <a:t> </a:t>
          </a:r>
          <a:r>
            <a:rPr lang="de-DE"/>
            <a:t>calibrated</a:t>
          </a:r>
          <a:r>
            <a:rPr lang="de-DE"/>
            <a:t> </a:t>
          </a:r>
          <a:r>
            <a:rPr lang="de-DE"/>
            <a:t>Gaussian</a:t>
          </a:r>
          <a:r>
            <a:rPr lang="de-DE"/>
            <a:t> </a:t>
          </a:r>
          <a:r>
            <a:rPr lang="de-DE"/>
            <a:t>noise</a:t>
          </a:r>
          <a:endParaRPr lang="en-US"/>
        </a:p>
      </dgm:t>
    </dgm:pt>
    <dgm:pt modelId="{03BC8542-8A83-4235-9FB9-9C00EDAA01CD}" type="parTrans" cxnId="{43B13B84-9B0B-45A7-9424-DC78A5F19DB2}">
      <dgm:prSet/>
      <dgm:spPr bwMode="auto"/>
      <dgm:t>
        <a:bodyPr/>
        <a:lstStyle/>
        <a:p>
          <a:pPr>
            <a:defRPr/>
          </a:pPr>
          <a:endParaRPr lang="en-US"/>
        </a:p>
      </dgm:t>
    </dgm:pt>
    <dgm:pt modelId="{F77354D6-7333-4308-B53B-A6BC953BB1C3}" type="sibTrans" cxnId="{43B13B84-9B0B-45A7-9424-DC78A5F19DB2}">
      <dgm:prSet/>
      <dgm:spPr bwMode="auto"/>
      <dgm:t>
        <a:bodyPr/>
        <a:lstStyle/>
        <a:p>
          <a:pPr>
            <a:defRPr/>
          </a:pPr>
          <a:endParaRPr lang="en-US"/>
        </a:p>
      </dgm:t>
    </dgm:pt>
    <dgm:pt modelId="{3887EB7A-CF5E-4EAC-AB87-5804078A878E}" type="node">
      <dgm:prSet/>
      <dgm:spPr bwMode="auto"/>
      <dgm:t>
        <a:bodyPr/>
        <a:lstStyle/>
        <a:p>
          <a:pPr>
            <a:defRPr/>
          </a:pPr>
          <a:r>
            <a:rPr lang="de-DE"/>
            <a:t>Top-k </a:t>
          </a:r>
          <a:r>
            <a:rPr lang="de-DE"/>
            <a:t>sparsification</a:t>
          </a:r>
          <a:endParaRPr lang="en-US"/>
        </a:p>
      </dgm:t>
    </dgm:pt>
    <dgm:pt modelId="{4B4B4E79-B3AD-42F8-9122-F5D4C3751F2B}" type="parTrans" cxnId="{BECE310D-081D-4DAB-803D-A447096D0DA8}">
      <dgm:prSet/>
      <dgm:spPr bwMode="auto"/>
      <dgm:t>
        <a:bodyPr/>
        <a:lstStyle/>
        <a:p>
          <a:pPr>
            <a:defRPr/>
          </a:pPr>
          <a:endParaRPr lang="en-US"/>
        </a:p>
      </dgm:t>
    </dgm:pt>
    <dgm:pt modelId="{B6542134-BADB-4F09-952F-5774B86D1FAF}" type="sibTrans" cxnId="{BECE310D-081D-4DAB-803D-A447096D0DA8}">
      <dgm:prSet/>
      <dgm:spPr bwMode="auto"/>
      <dgm:t>
        <a:bodyPr/>
        <a:lstStyle/>
        <a:p>
          <a:pPr>
            <a:defRPr/>
          </a:pPr>
          <a:endParaRPr lang="en-US"/>
        </a:p>
      </dgm:t>
    </dgm:pt>
    <dgm:pt modelId="{133E19AC-7B65-44D5-BC59-B44BDCA5CEEF}" type="node">
      <dgm:prSet/>
      <dgm:spPr bwMode="auto"/>
      <dgm:t>
        <a:bodyPr/>
        <a:lstStyle/>
        <a:p>
          <a:pPr>
            <a:defRPr/>
          </a:pPr>
          <a:r>
            <a:rPr lang="de-DE"/>
            <a:t>Transmit</a:t>
          </a:r>
          <a:r>
            <a:rPr lang="de-DE"/>
            <a:t> </a:t>
          </a:r>
          <a:r>
            <a:rPr lang="de-DE"/>
            <a:t>only</a:t>
          </a:r>
          <a:r>
            <a:rPr lang="de-DE"/>
            <a:t> </a:t>
          </a:r>
          <a:r>
            <a:rPr lang="de-DE" i="1"/>
            <a:t>k</a:t>
          </a:r>
          <a:r>
            <a:rPr lang="de-DE"/>
            <a:t> </a:t>
          </a:r>
          <a:r>
            <a:rPr lang="de-DE"/>
            <a:t>largest</a:t>
          </a:r>
          <a:r>
            <a:rPr lang="de-DE"/>
            <a:t> </a:t>
          </a:r>
          <a:r>
            <a:rPr lang="de-DE"/>
            <a:t>gradient</a:t>
          </a:r>
          <a:r>
            <a:rPr lang="de-DE"/>
            <a:t> </a:t>
          </a:r>
          <a:r>
            <a:rPr lang="de-DE"/>
            <a:t>components</a:t>
          </a:r>
          <a:endParaRPr lang="en-US"/>
        </a:p>
      </dgm:t>
    </dgm:pt>
    <dgm:pt modelId="{562B4DCE-9FDF-4175-8B3B-B8CD16F4F9E5}" type="parTrans" cxnId="{D11D9859-71E7-466D-975F-11B6FC6780E6}">
      <dgm:prSet/>
      <dgm:spPr bwMode="auto"/>
      <dgm:t>
        <a:bodyPr/>
        <a:lstStyle/>
        <a:p>
          <a:pPr>
            <a:defRPr/>
          </a:pPr>
          <a:endParaRPr lang="en-US"/>
        </a:p>
      </dgm:t>
    </dgm:pt>
    <dgm:pt modelId="{75731E9A-CBE8-4A62-B029-6C3960B651C0}" type="sibTrans" cxnId="{D11D9859-71E7-466D-975F-11B6FC6780E6}">
      <dgm:prSet/>
      <dgm:spPr bwMode="auto"/>
      <dgm:t>
        <a:bodyPr/>
        <a:lstStyle/>
        <a:p>
          <a:pPr>
            <a:defRPr/>
          </a:pPr>
          <a:endParaRPr lang="en-US"/>
        </a:p>
      </dgm:t>
    </dgm:pt>
    <dgm:pt modelId="{09333A97-4D05-445C-8683-21AFFDA72ED1}" type="node">
      <dgm:prSet phldr="0" phldrT="[Text]"/>
      <dgm:spPr bwMode="auto"/>
      <dgm:t>
        <a:bodyPr/>
        <a:lstStyle/>
        <a:p>
          <a:pPr rtl="0">
            <a:defRPr/>
          </a:pPr>
          <a:r>
            <a:rPr lang="de-DE" sz="1100">
              <a:latin typeface="Calibri"/>
            </a:rPr>
            <a:t>FLTrust</a:t>
          </a:r>
          <a:endParaRPr lang="en-US" sz="1100">
            <a:latin typeface="Calibri"/>
          </a:endParaRPr>
        </a:p>
      </dgm:t>
    </dgm:pt>
    <dgm:pt modelId="{F62B6691-55B8-4A81-BA00-1F90DBA219D9}" type="parTrans" cxnId="{310E79B5-D1BD-4FF1-8B9E-BDD2A7F0BEC6}">
      <dgm:prSet/>
      <dgm:spPr bwMode="auto"/>
    </dgm:pt>
    <dgm:pt modelId="{54535B3F-C87E-4554-BC95-C03DFF917AA8}" type="sibTrans" cxnId="{310E79B5-D1BD-4FF1-8B9E-BDD2A7F0BEC6}">
      <dgm:prSet/>
      <dgm:spPr bwMode="auto"/>
    </dgm:pt>
    <dgm:pt modelId="{4BB0E5F9-AA2A-40C3-AEBD-221E2FB9E7C8}" type="node">
      <dgm:prSet phldr="0" phldrT="[Text]"/>
      <dgm:spPr bwMode="auto"/>
      <dgm:t>
        <a:bodyPr/>
        <a:lstStyle/>
        <a:p>
          <a:pPr>
            <a:defRPr/>
          </a:pPr>
          <a:r>
            <a:rPr lang="de-DE" sz="1100">
              <a:latin typeface="Calibri"/>
            </a:rPr>
            <a:t>Weigh</a:t>
          </a:r>
          <a:r>
            <a:rPr lang="de-DE" sz="1100">
              <a:latin typeface="Calibri"/>
            </a:rPr>
            <a:t> </a:t>
          </a:r>
          <a:r>
            <a:rPr lang="de-DE" sz="1100">
              <a:latin typeface="Calibri"/>
            </a:rPr>
            <a:t>client</a:t>
          </a:r>
          <a:r>
            <a:rPr lang="de-DE" sz="1100">
              <a:latin typeface="Calibri"/>
            </a:rPr>
            <a:t> </a:t>
          </a:r>
          <a:r>
            <a:rPr lang="de-DE" sz="1100">
              <a:latin typeface="Calibri"/>
            </a:rPr>
            <a:t>contributions</a:t>
          </a:r>
          <a:r>
            <a:rPr lang="de-DE" sz="1100">
              <a:latin typeface="Calibri"/>
            </a:rPr>
            <a:t> </a:t>
          </a:r>
          <a:r>
            <a:rPr lang="de-DE" sz="1100">
              <a:latin typeface="Calibri"/>
            </a:rPr>
            <a:t>based</a:t>
          </a:r>
          <a:r>
            <a:rPr lang="de-DE" sz="1100">
              <a:latin typeface="Calibri"/>
            </a:rPr>
            <a:t> on </a:t>
          </a:r>
          <a:r>
            <a:rPr lang="de-DE" sz="1100">
              <a:latin typeface="Calibri"/>
            </a:rPr>
            <a:t>distance</a:t>
          </a:r>
          <a:r>
            <a:rPr lang="de-DE" sz="1100">
              <a:latin typeface="Calibri"/>
            </a:rPr>
            <a:t> to an </a:t>
          </a:r>
          <a:r>
            <a:rPr lang="de-DE" sz="1100">
              <a:latin typeface="Calibri"/>
            </a:rPr>
            <a:t>anchor</a:t>
          </a:r>
          <a:r>
            <a:rPr lang="de-DE" sz="1100">
              <a:latin typeface="Calibri"/>
            </a:rPr>
            <a:t> update </a:t>
          </a:r>
          <a:r>
            <a:rPr lang="de-DE" sz="1100">
              <a:latin typeface="Calibri"/>
            </a:rPr>
            <a:t>calculated</a:t>
          </a:r>
          <a:r>
            <a:rPr lang="de-DE" sz="1100">
              <a:latin typeface="Calibri"/>
            </a:rPr>
            <a:t> on a root </a:t>
          </a:r>
          <a:r>
            <a:rPr lang="de-DE" sz="1100">
              <a:latin typeface="Calibri"/>
            </a:rPr>
            <a:t>dataset</a:t>
          </a:r>
          <a:endParaRPr lang="en-US" sz="1100">
            <a:latin typeface="Calibri"/>
          </a:endParaRPr>
        </a:p>
      </dgm:t>
    </dgm:pt>
    <dgm:pt modelId="{4333F92B-FDFE-4340-950A-949AEA52A7CB}" type="parTrans" cxnId="{44A121BF-9C71-408F-93ED-DA274EC1D3D6}">
      <dgm:prSet/>
      <dgm:spPr bwMode="auto"/>
    </dgm:pt>
    <dgm:pt modelId="{CB4D4E03-8EFB-40B1-BEBB-1EE953659016}" type="sibTrans" cxnId="{44A121BF-9C71-408F-93ED-DA274EC1D3D6}">
      <dgm:prSet/>
      <dgm:spPr bwMode="auto"/>
    </dgm:pt>
    <dgm:pt modelId="{E597A36C-4131-4F19-8F11-C3B29C6448BD}" type="pres">
      <dgm:prSet presAssocID="{270B75B4-4418-4536-91DD-3B60740F33A4}" presName="Name0" presStyleCnt="0">
        <dgm:presLayoutVars>
          <dgm:dir val="norm"/>
          <dgm:animLvl val="lvl"/>
          <dgm:resizeHandles val="exact"/>
        </dgm:presLayoutVars>
      </dgm:prSet>
      <dgm:spPr bwMode="auto"/>
    </dgm:pt>
    <dgm:pt modelId="{CA566A91-D6DB-453E-A704-F43494AE8D69}" type="pres">
      <dgm:prSet presAssocID="{09333A97-4D05-445C-8683-21AFFDA72ED1}" presName="linNode" presStyleCnt="0"/>
      <dgm:spPr bwMode="auto"/>
    </dgm:pt>
    <dgm:pt modelId="{BE9CCB95-0798-4326-A742-CFE6F0A4A024}" type="pres">
      <dgm:prSet presAssocID="{09333A97-4D05-445C-8683-21AFFDA72ED1}" presName="parentText" presStyleLbl="alignNode1" presStyleIdx="0" presStyleCnt="3">
        <dgm:presLayoutVars>
          <dgm:chMax val="1"/>
          <dgm:bulletEnabled val="0"/>
        </dgm:presLayoutVars>
      </dgm:prSet>
      <dgm:spPr bwMode="auto"/>
    </dgm:pt>
    <dgm:pt modelId="{8C644B47-FFB5-48AF-BAD9-95B1B6D38D93}" type="pres">
      <dgm:prSet presAssocID="{09333A97-4D05-445C-8683-21AFFDA72ED1}" presName="descendantText" presStyleLbl="alignAccFollowNode1" presStyleIdx="0" presStyleCnt="3">
        <dgm:presLayoutVars>
          <dgm:bulletEnabled val="0"/>
        </dgm:presLayoutVars>
      </dgm:prSet>
      <dgm:spPr bwMode="auto"/>
    </dgm:pt>
    <dgm:pt modelId="{6C9E36CB-B25A-402C-B4C5-F083ECF3323D}" type="pres">
      <dgm:prSet presAssocID="{54535B3F-C87E-4554-BC95-C03DFF917AA8}" presName="sp" presStyleCnt="0"/>
      <dgm:spPr bwMode="auto"/>
    </dgm:pt>
    <dgm:pt modelId="{1089E0DD-A71F-4870-BEDC-8C41E1A1D0E8}" type="pres">
      <dgm:prSet presAssocID="{31AECC0A-4921-4F18-8409-B7E6F57B13BC}" presName="linNode" presStyleCnt="0"/>
      <dgm:spPr bwMode="auto"/>
    </dgm:pt>
    <dgm:pt modelId="{B7724C46-34AD-4936-A2CB-707A185DE5EB}" type="pres">
      <dgm:prSet presAssocID="{31AECC0A-4921-4F18-8409-B7E6F57B13BC}" presName="parentText" presStyleLbl="alignNode1" presStyleIdx="1" presStyleCnt="3">
        <dgm:presLayoutVars>
          <dgm:chMax val="1"/>
          <dgm:bulletEnabled val="0"/>
        </dgm:presLayoutVars>
      </dgm:prSet>
      <dgm:spPr bwMode="auto"/>
    </dgm:pt>
    <dgm:pt modelId="{A18CFAB1-5977-404F-8E10-7DF991A539A2}" type="pres">
      <dgm:prSet presAssocID="{31AECC0A-4921-4F18-8409-B7E6F57B13BC}" presName="descendantText" presStyleLbl="alignAccFollowNode1" presStyleIdx="1" presStyleCnt="3">
        <dgm:presLayoutVars>
          <dgm:bulletEnabled val="0"/>
        </dgm:presLayoutVars>
      </dgm:prSet>
      <dgm:spPr bwMode="auto"/>
    </dgm:pt>
    <dgm:pt modelId="{EF3FC985-3FA3-48C4-A487-164EA4C8FCCA}" type="pres">
      <dgm:prSet presAssocID="{B6084F43-082D-4591-B15E-B1A6006C1C50}" presName="sp" presStyleCnt="0"/>
      <dgm:spPr bwMode="auto"/>
    </dgm:pt>
    <dgm:pt modelId="{06EBD8CA-2D12-487A-98F4-20F7424D8034}" type="pres">
      <dgm:prSet presAssocID="{3887EB7A-CF5E-4EAC-AB87-5804078A878E}" presName="linNode" presStyleCnt="0"/>
      <dgm:spPr bwMode="auto"/>
    </dgm:pt>
    <dgm:pt modelId="{30FE7AC9-04EB-4186-8DB5-B3EA78643A74}" type="pres">
      <dgm:prSet presAssocID="{3887EB7A-CF5E-4EAC-AB87-5804078A878E}" presName="parentText" presStyleLbl="alignNode1" presStyleIdx="2" presStyleCnt="3">
        <dgm:presLayoutVars>
          <dgm:chMax val="1"/>
          <dgm:bulletEnabled val="0"/>
        </dgm:presLayoutVars>
      </dgm:prSet>
      <dgm:spPr bwMode="auto"/>
    </dgm:pt>
    <dgm:pt modelId="{F19D84E7-44C8-4A93-AFF7-5D646E150CE6}" type="pres">
      <dgm:prSet presAssocID="{3887EB7A-CF5E-4EAC-AB87-5804078A878E}" presName="descendantText" presStyleLbl="alignAccFollowNode1" presStyleIdx="2" presStyleCnt="3">
        <dgm:presLayoutVars>
          <dgm:bulletEnabled val="0"/>
        </dgm:presLayoutVars>
      </dgm:prSet>
      <dgm:spPr bwMode="auto"/>
    </dgm:pt>
  </dgm:ptLst>
  <dgm:cxnLst>
    <dgm:cxn modelId="{BECE310D-081D-4DAB-803D-A447096D0DA8}" type="parOf" srcId="{270B75B4-4418-4536-91DD-3B60740F33A4}" destId="{3887EB7A-CF5E-4EAC-AB87-5804078A878E}" srcOrd="2" destOrd="0" parTransId="{4B4B4E79-B3AD-42F8-9122-F5D4C3751F2B}" sibTransId="{B6542134-BADB-4F09-952F-5774B86D1FAF}"/>
    <dgm:cxn modelId="{E7609F29-30F7-46DF-B7A9-63E88C6418A2}" type="presOf" srcId="{4BB0E5F9-AA2A-40C3-AEBD-221E2FB9E7C8}" destId="{8C644B47-FFB5-48AF-BAD9-95B1B6D38D93}" srcOrd="0" destOrd="0" presId="urn:microsoft.com/office/officeart/2016/7/layout/VerticalSolidActionList"/>
    <dgm:cxn modelId="{38C4FD4F-6FEE-4AB0-BA7E-4673C10B50D1}" type="presOf" srcId="{3887EB7A-CF5E-4EAC-AB87-5804078A878E}" destId="{30FE7AC9-04EB-4186-8DB5-B3EA78643A74}" srcOrd="0" destOrd="0" presId="urn:microsoft.com/office/officeart/2016/7/layout/VerticalSolidActionList"/>
    <dgm:cxn modelId="{D11D9859-71E7-466D-975F-11B6FC6780E6}" type="parOf" srcId="{3887EB7A-CF5E-4EAC-AB87-5804078A878E}" destId="{133E19AC-7B65-44D5-BC59-B44BDCA5CEEF}" srcOrd="0" destOrd="0" parTransId="{562B4DCE-9FDF-4175-8B3B-B8CD16F4F9E5}" sibTransId="{75731E9A-CBE8-4A62-B029-6C3960B651C0}"/>
    <dgm:cxn modelId="{F09C7F5A-1530-4368-BAAE-A4585D70494B}" type="presOf" srcId="{09333A97-4D05-445C-8683-21AFFDA72ED1}" destId="{BE9CCB95-0798-4326-A742-CFE6F0A4A024}" srcOrd="0" destOrd="0" presId="urn:microsoft.com/office/officeart/2016/7/layout/VerticalSolidActionList"/>
    <dgm:cxn modelId="{43B13B84-9B0B-45A7-9424-DC78A5F19DB2}" type="parOf" srcId="{31AECC0A-4921-4F18-8409-B7E6F57B13BC}" destId="{B45F4F2F-DB28-4C3D-9593-B79879EEC34B}" srcOrd="0" destOrd="0" parTransId="{03BC8542-8A83-4235-9FB9-9C00EDAA01CD}" sibTransId="{F77354D6-7333-4308-B53B-A6BC953BB1C3}"/>
    <dgm:cxn modelId="{DA1E169B-30D6-41A0-9A43-51BF7713CC9F}" type="presOf" srcId="{B45F4F2F-DB28-4C3D-9593-B79879EEC34B}" destId="{A18CFAB1-5977-404F-8E10-7DF991A539A2}" srcOrd="0" destOrd="0" presId="urn:microsoft.com/office/officeart/2016/7/layout/VerticalSolidActionList"/>
    <dgm:cxn modelId="{4D62C4A1-5ABC-47A0-87DB-AA11E51B7ED3}" type="parOf" srcId="{270B75B4-4418-4536-91DD-3B60740F33A4}" destId="{31AECC0A-4921-4F18-8409-B7E6F57B13BC}" srcOrd="1" destOrd="0" parTransId="{01E367EB-7B95-4C92-8736-74504BA4E713}" sibTransId="{B6084F43-082D-4591-B15E-B1A6006C1C50}"/>
    <dgm:cxn modelId="{AF5AC0A4-0799-43BC-9873-7F9B11DFEC68}" type="presOf" srcId="{270B75B4-4418-4536-91DD-3B60740F33A4}" destId="{E597A36C-4131-4F19-8F11-C3B29C6448BD}" srcOrd="0" destOrd="0" presId="urn:microsoft.com/office/officeart/2016/7/layout/VerticalSolidActionList"/>
    <dgm:cxn modelId="{89A456A8-79AC-4705-8101-C8C8663359EF}" type="presOf" srcId="{133E19AC-7B65-44D5-BC59-B44BDCA5CEEF}" destId="{F19D84E7-44C8-4A93-AFF7-5D646E150CE6}" srcOrd="0" destOrd="0" presId="urn:microsoft.com/office/officeart/2016/7/layout/VerticalSolidActionList"/>
    <dgm:cxn modelId="{310E79B5-D1BD-4FF1-8B9E-BDD2A7F0BEC6}" type="parOf" srcId="{270B75B4-4418-4536-91DD-3B60740F33A4}" destId="{09333A97-4D05-445C-8683-21AFFDA72ED1}" srcOrd="0" destOrd="0" parTransId="{F62B6691-55B8-4A81-BA00-1F90DBA219D9}" sibTransId="{54535B3F-C87E-4554-BC95-C03DFF917AA8}"/>
    <dgm:cxn modelId="{44A121BF-9C71-408F-93ED-DA274EC1D3D6}" type="parOf" srcId="{09333A97-4D05-445C-8683-21AFFDA72ED1}" destId="{4BB0E5F9-AA2A-40C3-AEBD-221E2FB9E7C8}" srcOrd="0" destOrd="0" parTransId="{4333F92B-FDFE-4340-950A-949AEA52A7CB}" sibTransId="{CB4D4E03-8EFB-40B1-BEBB-1EE953659016}"/>
    <dgm:cxn modelId="{7EC323F4-A70D-4F4F-B944-058DAABCC441}" type="presOf" srcId="{31AECC0A-4921-4F18-8409-B7E6F57B13BC}" destId="{B7724C46-34AD-4936-A2CB-707A185DE5EB}" srcOrd="0" destOrd="0" presId="urn:microsoft.com/office/officeart/2016/7/layout/VerticalSolidActionList"/>
    <dgm:cxn modelId="{6A7B41B4-6B4D-447C-9F24-C60E7AB3D9C4}" type="presParOf" srcId="{E597A36C-4131-4F19-8F11-C3B29C6448BD}" destId="{CA566A91-D6DB-453E-A704-F43494AE8D69}" srcOrd="0" destOrd="0" presId="urn:microsoft.com/office/officeart/2016/7/layout/VerticalSolidActionList"/>
    <dgm:cxn modelId="{FCF049EE-00B4-4A6E-9C5D-18913A5003FD}" type="presParOf" srcId="{CA566A91-D6DB-453E-A704-F43494AE8D69}" destId="{BE9CCB95-0798-4326-A742-CFE6F0A4A024}" srcOrd="0" destOrd="0" presId="urn:microsoft.com/office/officeart/2016/7/layout/VerticalSolidActionList"/>
    <dgm:cxn modelId="{730CF871-67D7-4D17-AB64-ABED33923938}" type="presParOf" srcId="{CA566A91-D6DB-453E-A704-F43494AE8D69}" destId="{8C644B47-FFB5-48AF-BAD9-95B1B6D38D93}" srcOrd="1" destOrd="0" presId="urn:microsoft.com/office/officeart/2016/7/layout/VerticalSolidActionList"/>
    <dgm:cxn modelId="{07F14DB5-AD79-4D41-8430-ECA0531D9441}" type="presParOf" srcId="{E597A36C-4131-4F19-8F11-C3B29C6448BD}" destId="{6C9E36CB-B25A-402C-B4C5-F083ECF3323D}" srcOrd="1" destOrd="0" presId="urn:microsoft.com/office/officeart/2016/7/layout/VerticalSolidActionList"/>
    <dgm:cxn modelId="{29E985AD-121C-47D7-B9F2-F1379BEDF747}" type="presParOf" srcId="{E597A36C-4131-4F19-8F11-C3B29C6448BD}" destId="{1089E0DD-A71F-4870-BEDC-8C41E1A1D0E8}" srcOrd="2" destOrd="0" presId="urn:microsoft.com/office/officeart/2016/7/layout/VerticalSolidActionList"/>
    <dgm:cxn modelId="{64532807-3E5B-47F0-B1B9-A3A10EFF053E}" type="presParOf" srcId="{1089E0DD-A71F-4870-BEDC-8C41E1A1D0E8}" destId="{B7724C46-34AD-4936-A2CB-707A185DE5EB}" srcOrd="0" destOrd="0" presId="urn:microsoft.com/office/officeart/2016/7/layout/VerticalSolidActionList"/>
    <dgm:cxn modelId="{03B98A0C-7B09-4A40-8FC8-C165187CF94D}" type="presParOf" srcId="{1089E0DD-A71F-4870-BEDC-8C41E1A1D0E8}" destId="{A18CFAB1-5977-404F-8E10-7DF991A539A2}" srcOrd="1" destOrd="0" presId="urn:microsoft.com/office/officeart/2016/7/layout/VerticalSolidActionList"/>
    <dgm:cxn modelId="{4C2666B6-2BF2-49EB-9F15-0B38DFE47519}" type="presParOf" srcId="{E597A36C-4131-4F19-8F11-C3B29C6448BD}" destId="{EF3FC985-3FA3-48C4-A487-164EA4C8FCCA}" srcOrd="3" destOrd="0" presId="urn:microsoft.com/office/officeart/2016/7/layout/VerticalSolidActionList"/>
    <dgm:cxn modelId="{546957D4-F90B-4A95-AE3D-8196A4B1FA2A}" type="presParOf" srcId="{E597A36C-4131-4F19-8F11-C3B29C6448BD}" destId="{06EBD8CA-2D12-487A-98F4-20F7424D8034}" srcOrd="4" destOrd="0" presId="urn:microsoft.com/office/officeart/2016/7/layout/VerticalSolidActionList"/>
    <dgm:cxn modelId="{75ED74A3-CA6B-4FAE-9169-6D2337EE0A3B}" type="presParOf" srcId="{06EBD8CA-2D12-487A-98F4-20F7424D8034}" destId="{30FE7AC9-04EB-4186-8DB5-B3EA78643A74}" srcOrd="0" destOrd="0" presId="urn:microsoft.com/office/officeart/2016/7/layout/VerticalSolidActionList"/>
    <dgm:cxn modelId="{E94EC170-8F4E-4335-A8CD-2431637E0C59}" type="presParOf" srcId="{06EBD8CA-2D12-487A-98F4-20F7424D8034}" destId="{F19D84E7-44C8-4A93-AFF7-5D646E150CE6}" srcOrd="1" destOrd="0" presId="urn:microsoft.com/office/officeart/2016/7/layout/VerticalSolidActionList"/>
  </dgm:cxnLst>
  <dgm:bg/>
  <dgm:whole/>
  <dgm:extLst>
    <a:ext uri="http://schemas.microsoft.com/office/drawing/2008/diagram">
      <dsp:dataModelExt xmlns:dsp="http://schemas.microsoft.com/office/drawing/2008/diagram" relId="rId3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 xmlns:r="http://schemas.openxmlformats.org/officeDocument/2006/relationships">
  <dgm:ptLst>
    <dgm:pt modelId="{CEF76F26-3412-42CA-93D2-AAA32DD20D91}" type="doc">
      <dgm:prSet loTypeId="urn:microsoft.com/office/officeart/2018/2/layout/IconLabelDescriptionList" loCatId="icon" qsTypeId="urn:microsoft.com/office/officeart/2005/8/quickstyle/simple1" qsCatId="simple" csTypeId="urn:microsoft.com/office/officeart/2005/8/colors/accent3_2" csCatId="accent3" phldr="1"/>
      <dgm:spPr bwMode="auto"/>
      <dgm:t>
        <a:bodyPr/>
        <a:lstStyle/>
        <a:p>
          <a:pPr>
            <a:defRPr/>
          </a:pPr>
          <a:endParaRPr lang="en-US"/>
        </a:p>
      </dgm:t>
    </dgm:pt>
    <dgm:pt modelId="{728CC77A-736E-4BBA-9F75-21F84626EFAB}" type="node">
      <dgm:prSet/>
      <dgm:spPr bwMode="auto"/>
      <dgm:t>
        <a:bodyPr vert="horz" anchor="t"/>
        <a:lstStyle/>
        <a:p>
          <a:pPr algn="l" defTabSz="1600200">
            <a:lnSpc>
              <a:spcPct val="90000"/>
            </a:lnSpc>
            <a:spcBef>
              <a:spcPts val="0"/>
            </a:spcBef>
            <a:spcAft>
              <a:spcPts val="0"/>
            </a:spcAft>
            <a:defRPr/>
          </a:pPr>
          <a:endParaRPr/>
        </a:p>
      </dgm:t>
    </dgm:pt>
    <dgm:pt modelId="{B4E16996-3450-497C-A182-C2723FB833CB}" type="parTrans" cxnId="{0C1E7973-3555-4C81-B8D7-085CB8B3D456}">
      <dgm:prSet/>
      <dgm:spPr bwMode="auto"/>
      <dgm:t>
        <a:bodyPr/>
        <a:lstStyle/>
        <a:p>
          <a:pPr>
            <a:defRPr/>
          </a:pPr>
          <a:endParaRPr lang="en-US"/>
        </a:p>
      </dgm:t>
    </dgm:pt>
    <dgm:pt modelId="{5A5C9162-0795-4597-82BD-EFB39BA33DBC}" type="sibTrans" cxnId="{0C1E7973-3555-4C81-B8D7-085CB8B3D456}">
      <dgm:prSet/>
      <dgm:spPr bwMode="auto"/>
      <dgm:t>
        <a:bodyPr/>
        <a:lstStyle/>
        <a:p>
          <a:pPr>
            <a:defRPr/>
          </a:pPr>
          <a:endParaRPr lang="en-US"/>
        </a:p>
      </dgm:t>
    </dgm:pt>
    <dgm:pt modelId="{EAF0E638-215D-4A67-A469-90C6F028508F}" type="node">
      <dgm:prSet/>
      <dgm:spPr bwMode="auto"/>
      <dgm:t>
        <a:bodyPr vert="horz" anchor="t"/>
        <a:lstStyle/>
        <a:p>
          <a:pPr algn="l" defTabSz="755649">
            <a:lnSpc>
              <a:spcPct val="90000"/>
            </a:lnSpc>
            <a:spcBef>
              <a:spcPts val="0"/>
            </a:spcBef>
            <a:spcAft>
              <a:spcPts val="0"/>
            </a:spcAft>
            <a:defRPr/>
          </a:pPr>
          <a:r>
            <a:rPr lang="en-US"/>
            <a:t>The Server is </a:t>
          </a:r>
          <a:r>
            <a:rPr lang="en-US" b="1"/>
            <a:t>honest</a:t>
          </a:r>
          <a:r>
            <a:rPr lang="de-DE" b="1"/>
            <a:t>,</a:t>
          </a:r>
          <a:r>
            <a:rPr lang="en-US" b="1"/>
            <a:t> but curious</a:t>
          </a:r>
          <a:endParaRPr lang="en-US"/>
        </a:p>
      </dgm:t>
    </dgm:pt>
    <dgm:pt modelId="{92BE87EA-E0EF-480F-B579-0878E9E1C1F9}" type="parTrans" cxnId="{E2BC7281-BC81-4A96-9B47-7B2EA946FE1A}">
      <dgm:prSet/>
      <dgm:spPr bwMode="auto"/>
      <dgm:t>
        <a:bodyPr/>
        <a:lstStyle/>
        <a:p>
          <a:pPr>
            <a:defRPr/>
          </a:pPr>
          <a:endParaRPr lang="en-US"/>
        </a:p>
      </dgm:t>
    </dgm:pt>
    <dgm:pt modelId="{9E0376D1-6F56-4893-BF65-EBC61C59C2E7}" type="sibTrans" cxnId="{E2BC7281-BC81-4A96-9B47-7B2EA946FE1A}">
      <dgm:prSet/>
      <dgm:spPr bwMode="auto"/>
      <dgm:t>
        <a:bodyPr/>
        <a:lstStyle/>
        <a:p>
          <a:pPr>
            <a:defRPr/>
          </a:pPr>
          <a:endParaRPr lang="en-US"/>
        </a:p>
      </dgm:t>
    </dgm:pt>
    <dgm:pt modelId="{C492F163-2640-4DF1-B226-161FF7CFA5E1}" type="node">
      <dgm:prSet/>
      <dgm:spPr bwMode="auto"/>
      <dgm:t>
        <a:bodyPr vert="horz" anchor="t"/>
        <a:lstStyle/>
        <a:p>
          <a:pPr algn="l" defTabSz="1600200">
            <a:lnSpc>
              <a:spcPct val="90000"/>
            </a:lnSpc>
            <a:spcBef>
              <a:spcPts val="0"/>
            </a:spcBef>
            <a:spcAft>
              <a:spcPts val="0"/>
            </a:spcAft>
            <a:defRPr/>
          </a:pPr>
          <a:endParaRPr/>
        </a:p>
      </dgm:t>
    </dgm:pt>
    <dgm:pt modelId="{C77C8B44-BDE7-48EC-B9F6-DEFC202EE0CE}" type="parTrans" cxnId="{865189B3-6C0F-463E-A0C6-C2C427AC60E2}">
      <dgm:prSet/>
      <dgm:spPr bwMode="auto"/>
      <dgm:t>
        <a:bodyPr/>
        <a:lstStyle/>
        <a:p>
          <a:pPr>
            <a:defRPr/>
          </a:pPr>
          <a:endParaRPr lang="en-US"/>
        </a:p>
      </dgm:t>
    </dgm:pt>
    <dgm:pt modelId="{62D25563-53FA-484E-BC50-D1B694792707}" type="sibTrans" cxnId="{865189B3-6C0F-463E-A0C6-C2C427AC60E2}">
      <dgm:prSet/>
      <dgm:spPr bwMode="auto"/>
      <dgm:t>
        <a:bodyPr/>
        <a:lstStyle/>
        <a:p>
          <a:pPr>
            <a:defRPr/>
          </a:pPr>
          <a:endParaRPr lang="en-US"/>
        </a:p>
      </dgm:t>
    </dgm:pt>
    <dgm:pt modelId="{2608E37F-FB36-47CC-8988-344DF62DFE12}" type="node">
      <dgm:prSet/>
      <dgm:spPr bwMode="auto"/>
      <dgm:t>
        <a:bodyPr vert="horz" anchor="t"/>
        <a:lstStyle/>
        <a:p>
          <a:pPr algn="l" defTabSz="755649">
            <a:lnSpc>
              <a:spcPct val="90000"/>
            </a:lnSpc>
            <a:spcBef>
              <a:spcPts val="0"/>
            </a:spcBef>
            <a:spcAft>
              <a:spcPts val="0"/>
            </a:spcAft>
            <a:defRPr/>
          </a:pPr>
          <a:r>
            <a:rPr lang="en-US"/>
            <a:t>Clients are </a:t>
          </a:r>
          <a:r>
            <a:rPr lang="en-US" b="1"/>
            <a:t>honest</a:t>
          </a:r>
          <a:endParaRPr lang="en-US"/>
        </a:p>
      </dgm:t>
    </dgm:pt>
    <dgm:pt modelId="{B3262584-3356-472D-BB7D-66E2C51E29CD}" type="parTrans" cxnId="{A5F39F34-3A24-4CA9-98C0-B3C1DFD298DD}">
      <dgm:prSet/>
      <dgm:spPr bwMode="auto"/>
      <dgm:t>
        <a:bodyPr/>
        <a:lstStyle/>
        <a:p>
          <a:pPr>
            <a:defRPr/>
          </a:pPr>
          <a:endParaRPr lang="en-US"/>
        </a:p>
      </dgm:t>
    </dgm:pt>
    <dgm:pt modelId="{A06F81E0-0890-423F-8CCB-5B5A2A642034}" type="sibTrans" cxnId="{A5F39F34-3A24-4CA9-98C0-B3C1DFD298DD}">
      <dgm:prSet/>
      <dgm:spPr bwMode="auto"/>
      <dgm:t>
        <a:bodyPr/>
        <a:lstStyle/>
        <a:p>
          <a:pPr>
            <a:defRPr/>
          </a:pPr>
          <a:endParaRPr lang="en-US"/>
        </a:p>
      </dgm:t>
    </dgm:pt>
    <dgm:pt modelId="{CDA6F5F2-C88F-4819-B9FA-82B10438691A}" type="node">
      <dgm:prSet/>
      <dgm:spPr bwMode="auto"/>
      <dgm:t>
        <a:bodyPr vert="horz" anchor="t"/>
        <a:lstStyle/>
        <a:p>
          <a:pPr algn="l" defTabSz="755649">
            <a:lnSpc>
              <a:spcPct val="90000"/>
            </a:lnSpc>
            <a:spcBef>
              <a:spcPts val="0"/>
            </a:spcBef>
            <a:spcAft>
              <a:spcPts val="0"/>
            </a:spcAft>
            <a:defRPr/>
          </a:pPr>
          <mc:AlternateContent xmlns:mc="http://schemas.openxmlformats.org/markup-compatibility/2006" xmlns:m="http://schemas.openxmlformats.org/officeDocument/2006/math">
            <mc:Choice xmlns:a14="http://schemas.microsoft.com/office/drawing/2010/main" Requires="a14">
              <a14:m>
                <m:oMathPara>
                  <m:oMathParaPr/>
                  <m:oMath>
                    <m:r>
                      <m:rPr>
                        <m:sty m:val="i"/>
                      </m:rPr>
                      <a:rPr lang="en-US" sz="1700" u="none" strike="noStrike" cap="none" spc="0">
                        <a:solidFill>
                          <a:schemeClr val="tx1"/>
                        </a:solidFill>
                        <a:latin typeface="Cambria Math"/>
                        <a:ea typeface="Cambria Math"/>
                        <a:cs typeface="Cambria Math"/>
                      </a:rPr>
                      <m:t>η%</m:t>
                    </m:r>
                  </m:oMath>
                </m:oMathPara>
              </a14:m>
            </mc:Choice>
            <mc:Fallback/>
          </mc:AlternateContent>
          <a:r>
            <a:rPr lang="de-DE"/>
            <a:t> of the </a:t>
          </a:r>
          <a:r>
            <a:rPr lang="en-US"/>
            <a:t>clients are </a:t>
          </a:r>
          <a:r>
            <a:rPr lang="en-US" b="1"/>
            <a:t>malicious</a:t>
          </a:r>
          <a:endParaRPr lang="en-US"/>
        </a:p>
      </dgm:t>
    </dgm:pt>
    <dgm:pt modelId="{A5CBECD4-3BF5-4C92-B73B-1135C167AF6C}" type="parTrans" cxnId="{E4C3EA2F-793B-4524-BBAE-509CAA4F2566}">
      <dgm:prSet/>
      <dgm:spPr bwMode="auto"/>
      <dgm:t>
        <a:bodyPr/>
        <a:lstStyle/>
        <a:p>
          <a:pPr>
            <a:defRPr/>
          </a:pPr>
          <a:endParaRPr lang="en-US"/>
        </a:p>
      </dgm:t>
    </dgm:pt>
    <dgm:pt modelId="{2E59FE6A-904B-48A5-889F-E864C070205E}" type="sibTrans" cxnId="{E4C3EA2F-793B-4524-BBAE-509CAA4F2566}">
      <dgm:prSet/>
      <dgm:spPr bwMode="auto"/>
      <dgm:t>
        <a:bodyPr/>
        <a:lstStyle/>
        <a:p>
          <a:pPr>
            <a:defRPr/>
          </a:pPr>
          <a:endParaRPr lang="en-US"/>
        </a:p>
      </dgm:t>
    </dgm:pt>
    <dgm:pt modelId="{BEBAA743-D796-4CF2-B66D-32C5A37AB105}" type="pres">
      <dgm:prSet presAssocID="{CEF76F26-3412-42CA-93D2-AAA32DD20D91}" presName="root" presStyleCnt="0">
        <dgm:presLayoutVars>
          <dgm:dir val="norm"/>
          <dgm:resizeHandles val="exact"/>
        </dgm:presLayoutVars>
      </dgm:prSet>
      <dgm:spPr bwMode="auto"/>
    </dgm:pt>
    <dgm:pt modelId="{E9C46E64-4A39-454E-B45A-6C407EB25943}" type="pres">
      <dgm:prSet presAssocID="{728CC77A-736E-4BBA-9F75-21F84626EFAB}" presName="compNode" presStyleCnt="0"/>
      <dgm:spPr bwMode="auto"/>
    </dgm:pt>
    <dgm:pt modelId="{D97FAFBD-A84B-4509-9F67-5888E67A067C}" type="pres">
      <dgm:prSet presAssocID="{728CC77A-736E-4BBA-9F75-21F84626EFAB}" presName="iconRect" presStyleLbl="node1" presStyleIdx="0" presStyleCnt="2"/>
      <dgm:spPr bwMode="auto">
        <a:blipFill rotWithShape="1">
          <a:blip r:embed="rId1"/>
          <a:stretch/>
        </a:blipFill>
        <a:ln>
          <a:noFill/>
        </a:ln>
      </dgm:spPr>
    </dgm:pt>
    <dgm:pt modelId="{02B7375F-1EA2-4B74-86A9-05C233830BD8}" type="pres">
      <dgm:prSet presAssocID="{728CC77A-736E-4BBA-9F75-21F84626EFAB}" presName="iconSpace" presStyleCnt="0"/>
      <dgm:spPr bwMode="auto"/>
    </dgm:pt>
    <dgm:pt modelId="{39087910-3F29-4E11-A512-FC640F1855CB}" type="pres">
      <dgm:prSet presAssocID="{728CC77A-736E-4BBA-9F75-21F84626EFAB}" presName="parTx" presStyleLbl="revTx" presStyleIdx="0" presStyleCnt="4">
        <dgm:presLayoutVars>
          <dgm:chMax val="0"/>
          <dgm:chPref val="0"/>
        </dgm:presLayoutVars>
      </dgm:prSet>
      <dgm:spPr bwMode="auto"/>
    </dgm:pt>
    <dgm:pt modelId="{E82B6773-C74E-4B6E-B662-3F9F6CE86866}" type="pres">
      <dgm:prSet presAssocID="{728CC77A-736E-4BBA-9F75-21F84626EFAB}" presName="txSpace" presStyleCnt="0"/>
      <dgm:spPr bwMode="auto"/>
    </dgm:pt>
    <dgm:pt modelId="{4FEDAA2A-B7B1-4650-AA0D-7AD7F5826766}" type="pres">
      <dgm:prSet presAssocID="{728CC77A-736E-4BBA-9F75-21F84626EFAB}" presName="desTx" presStyleLbl="revTx" presStyleIdx="1" presStyleCnt="4">
        <dgm:presLayoutVars/>
      </dgm:prSet>
      <dgm:spPr bwMode="auto"/>
    </dgm:pt>
    <dgm:pt modelId="{53053932-DE2B-4CDE-8649-EE3C3FD45702}" type="pres">
      <dgm:prSet presAssocID="{5A5C9162-0795-4597-82BD-EFB39BA33DBC}" presName="sibTrans" presStyleCnt="0"/>
      <dgm:spPr bwMode="auto"/>
    </dgm:pt>
    <dgm:pt modelId="{5D6535FE-C422-4240-B6D3-60663B17309E}" type="pres">
      <dgm:prSet presAssocID="{C492F163-2640-4DF1-B226-161FF7CFA5E1}" presName="compNode" presStyleCnt="0"/>
      <dgm:spPr bwMode="auto"/>
    </dgm:pt>
    <dgm:pt modelId="{A3D68BA3-666A-4709-99CC-0C398C9C6F6E}" type="pres">
      <dgm:prSet presAssocID="{C492F163-2640-4DF1-B226-161FF7CFA5E1}" presName="iconRect" presStyleLbl="node1" presStyleIdx="1" presStyleCnt="2"/>
      <dgm:spPr bwMode="auto">
        <a:blipFill rotWithShape="1">
          <a:blip r:embed="rId2"/>
          <a:stretch/>
        </a:blipFill>
        <a:ln>
          <a:noFill/>
        </a:ln>
      </dgm:spPr>
    </dgm:pt>
    <dgm:pt modelId="{7B0A8ABF-F197-4EC3-BBE7-D3CF4539210C}" type="pres">
      <dgm:prSet presAssocID="{C492F163-2640-4DF1-B226-161FF7CFA5E1}" presName="iconSpace" presStyleCnt="0"/>
      <dgm:spPr bwMode="auto"/>
    </dgm:pt>
    <dgm:pt modelId="{A45DE040-80F8-4A94-A112-414F2EBE5D28}" type="pres">
      <dgm:prSet presAssocID="{C492F163-2640-4DF1-B226-161FF7CFA5E1}" presName="parTx" presStyleLbl="revTx" presStyleIdx="2" presStyleCnt="4">
        <dgm:presLayoutVars>
          <dgm:chMax val="0"/>
          <dgm:chPref val="0"/>
        </dgm:presLayoutVars>
      </dgm:prSet>
      <dgm:spPr bwMode="auto"/>
    </dgm:pt>
    <dgm:pt modelId="{5B04C835-8C5C-4949-88B5-28C31E627815}" type="pres">
      <dgm:prSet presAssocID="{C492F163-2640-4DF1-B226-161FF7CFA5E1}" presName="txSpace" presStyleCnt="0"/>
      <dgm:spPr bwMode="auto"/>
    </dgm:pt>
    <dgm:pt modelId="{8CF0F843-1F01-4893-A7D7-BEDFB9585EA2}" type="pres">
      <dgm:prSet presAssocID="{C492F163-2640-4DF1-B226-161FF7CFA5E1}" presName="desTx" presStyleLbl="revTx" presStyleIdx="3" presStyleCnt="4">
        <dgm:presLayoutVars/>
      </dgm:prSet>
      <dgm:spPr bwMode="auto"/>
    </dgm:pt>
  </dgm:ptLst>
  <dgm:cxnLst>
    <dgm:cxn modelId="{0482810E-1A29-4766-BD8B-DFD20BE3DF4D}" type="presOf" srcId="{728CC77A-736E-4BBA-9F75-21F84626EFAB}" destId="{39087910-3F29-4E11-A512-FC640F1855CB}" srcOrd="0" destOrd="0" presId="urn:microsoft.com/office/officeart/2018/2/layout/IconLabelDescriptionList"/>
    <dgm:cxn modelId="{E4C3EA2F-793B-4524-BBAE-509CAA4F2566}" type="parOf" srcId="{C492F163-2640-4DF1-B226-161FF7CFA5E1}" destId="{CDA6F5F2-C88F-4819-B9FA-82B10438691A}" srcOrd="1" destOrd="0" parTransId="{A5CBECD4-3BF5-4C92-B73B-1135C167AF6C}" sibTransId="{2E59FE6A-904B-48A5-889F-E864C070205E}"/>
    <dgm:cxn modelId="{A5F39F34-3A24-4CA9-98C0-B3C1DFD298DD}" type="parOf" srcId="{C492F163-2640-4DF1-B226-161FF7CFA5E1}" destId="{2608E37F-FB36-47CC-8988-344DF62DFE12}" srcOrd="0" destOrd="0" parTransId="{B3262584-3356-472D-BB7D-66E2C51E29CD}" sibTransId="{A06F81E0-0890-423F-8CCB-5B5A2A642034}"/>
    <dgm:cxn modelId="{53343049-7627-40DD-9146-2D1DCB00B505}" type="presOf" srcId="{EAF0E638-215D-4A67-A469-90C6F028508F}" destId="{4FEDAA2A-B7B1-4650-AA0D-7AD7F5826766}" srcOrd="0" destOrd="0" presId="urn:microsoft.com/office/officeart/2018/2/layout/IconLabelDescriptionList"/>
    <dgm:cxn modelId="{1E3CA16B-CECB-4C1C-AB36-31973DF03F05}" type="presOf" srcId="{C492F163-2640-4DF1-B226-161FF7CFA5E1}" destId="{A45DE040-80F8-4A94-A112-414F2EBE5D28}" srcOrd="0" destOrd="0" presId="urn:microsoft.com/office/officeart/2018/2/layout/IconLabelDescriptionList"/>
    <dgm:cxn modelId="{0C1E7973-3555-4C81-B8D7-085CB8B3D456}" type="parOf" srcId="{CEF76F26-3412-42CA-93D2-AAA32DD20D91}" destId="{728CC77A-736E-4BBA-9F75-21F84626EFAB}" srcOrd="0" destOrd="0" parTransId="{B4E16996-3450-497C-A182-C2723FB833CB}" sibTransId="{5A5C9162-0795-4597-82BD-EFB39BA33DBC}"/>
    <dgm:cxn modelId="{E2BC7281-BC81-4A96-9B47-7B2EA946FE1A}" type="parOf" srcId="{728CC77A-736E-4BBA-9F75-21F84626EFAB}" destId="{EAF0E638-215D-4A67-A469-90C6F028508F}" srcOrd="0" destOrd="0" parTransId="{92BE87EA-E0EF-480F-B579-0878E9E1C1F9}" sibTransId="{9E0376D1-6F56-4893-BF65-EBC61C59C2E7}"/>
    <dgm:cxn modelId="{C8B75083-FDE2-47E1-AAA3-5AD6F41BE8A7}" type="presOf" srcId="{CEF76F26-3412-42CA-93D2-AAA32DD20D91}" destId="{BEBAA743-D796-4CF2-B66D-32C5A37AB105}" srcOrd="0" destOrd="0" presId="urn:microsoft.com/office/officeart/2018/2/layout/IconLabelDescriptionList"/>
    <dgm:cxn modelId="{CCE57D89-DAA2-4AC4-8E2D-C28D455B83FD}" type="presOf" srcId="{2608E37F-FB36-47CC-8988-344DF62DFE12}" destId="{8CF0F843-1F01-4893-A7D7-BEDFB9585EA2}" srcOrd="0" destOrd="0" presId="urn:microsoft.com/office/officeart/2018/2/layout/IconLabelDescriptionList"/>
    <dgm:cxn modelId="{865189B3-6C0F-463E-A0C6-C2C427AC60E2}" type="parOf" srcId="{CEF76F26-3412-42CA-93D2-AAA32DD20D91}" destId="{C492F163-2640-4DF1-B226-161FF7CFA5E1}" srcOrd="1" destOrd="0" parTransId="{C77C8B44-BDE7-48EC-B9F6-DEFC202EE0CE}" sibTransId="{62D25563-53FA-484E-BC50-D1B694792707}"/>
    <dgm:cxn modelId="{01751EFF-A35E-45FB-98DD-62B9E512487E}" type="presOf" srcId="{CDA6F5F2-C88F-4819-B9FA-82B10438691A}" destId="{8CF0F843-1F01-4893-A7D7-BEDFB9585EA2}" srcOrd="0" destOrd="1" presId="urn:microsoft.com/office/officeart/2018/2/layout/IconLabelDescriptionList"/>
    <dgm:cxn modelId="{B093F260-6BB2-4D89-B133-E4D9E4F6C89B}" type="presParOf" srcId="{BEBAA743-D796-4CF2-B66D-32C5A37AB105}" destId="{E9C46E64-4A39-454E-B45A-6C407EB25943}" srcOrd="0" destOrd="0" presId="urn:microsoft.com/office/officeart/2018/2/layout/IconLabelDescriptionList"/>
    <dgm:cxn modelId="{5C1F6E98-097A-4DA6-8892-F369F681F627}" type="presParOf" srcId="{E9C46E64-4A39-454E-B45A-6C407EB25943}" destId="{D97FAFBD-A84B-4509-9F67-5888E67A067C}" srcOrd="0" destOrd="0" presId="urn:microsoft.com/office/officeart/2018/2/layout/IconLabelDescriptionList"/>
    <dgm:cxn modelId="{4AE9FCFA-136C-42A3-B60D-B7296CFC9037}" type="presParOf" srcId="{E9C46E64-4A39-454E-B45A-6C407EB25943}" destId="{02B7375F-1EA2-4B74-86A9-05C233830BD8}" srcOrd="1" destOrd="0" presId="urn:microsoft.com/office/officeart/2018/2/layout/IconLabelDescriptionList"/>
    <dgm:cxn modelId="{BCD8B6B9-6E41-4695-91E0-C4D601928C23}" type="presParOf" srcId="{E9C46E64-4A39-454E-B45A-6C407EB25943}" destId="{39087910-3F29-4E11-A512-FC640F1855CB}" srcOrd="2" destOrd="0" presId="urn:microsoft.com/office/officeart/2018/2/layout/IconLabelDescriptionList"/>
    <dgm:cxn modelId="{E4355159-3B00-469E-90F7-2FBB858B907A}" type="presParOf" srcId="{E9C46E64-4A39-454E-B45A-6C407EB25943}" destId="{E82B6773-C74E-4B6E-B662-3F9F6CE86866}" srcOrd="3" destOrd="0" presId="urn:microsoft.com/office/officeart/2018/2/layout/IconLabelDescriptionList"/>
    <dgm:cxn modelId="{5A6CD676-9111-4E36-816A-C547206C9393}" type="presParOf" srcId="{E9C46E64-4A39-454E-B45A-6C407EB25943}" destId="{4FEDAA2A-B7B1-4650-AA0D-7AD7F5826766}" srcOrd="4" destOrd="0" presId="urn:microsoft.com/office/officeart/2018/2/layout/IconLabelDescriptionList"/>
    <dgm:cxn modelId="{6C618C42-5BEA-40C6-A216-E5E29CF1E646}" type="presParOf" srcId="{BEBAA743-D796-4CF2-B66D-32C5A37AB105}" destId="{53053932-DE2B-4CDE-8649-EE3C3FD45702}" srcOrd="1" destOrd="0" presId="urn:microsoft.com/office/officeart/2018/2/layout/IconLabelDescriptionList"/>
    <dgm:cxn modelId="{65CA9CD7-BDAB-4585-B8AF-30652A647C69}" type="presParOf" srcId="{BEBAA743-D796-4CF2-B66D-32C5A37AB105}" destId="{5D6535FE-C422-4240-B6D3-60663B17309E}" srcOrd="2" destOrd="0" presId="urn:microsoft.com/office/officeart/2018/2/layout/IconLabelDescriptionList"/>
    <dgm:cxn modelId="{3BD98AAC-1AE5-4368-A8F1-65BE54A50D1E}" type="presParOf" srcId="{5D6535FE-C422-4240-B6D3-60663B17309E}" destId="{A3D68BA3-666A-4709-99CC-0C398C9C6F6E}" srcOrd="0" destOrd="0" presId="urn:microsoft.com/office/officeart/2018/2/layout/IconLabelDescriptionList"/>
    <dgm:cxn modelId="{EC7EF92C-8572-4353-98F5-747031CC4487}" type="presParOf" srcId="{5D6535FE-C422-4240-B6D3-60663B17309E}" destId="{7B0A8ABF-F197-4EC3-BBE7-D3CF4539210C}" srcOrd="1" destOrd="0" presId="urn:microsoft.com/office/officeart/2018/2/layout/IconLabelDescriptionList"/>
    <dgm:cxn modelId="{BB27EB91-1153-4C93-8992-B0ABF9E670D5}" type="presParOf" srcId="{5D6535FE-C422-4240-B6D3-60663B17309E}" destId="{A45DE040-80F8-4A94-A112-414F2EBE5D28}" srcOrd="2" destOrd="0" presId="urn:microsoft.com/office/officeart/2018/2/layout/IconLabelDescriptionList"/>
    <dgm:cxn modelId="{902E9207-5C7A-4DFB-9979-174E2501F24A}" type="presParOf" srcId="{5D6535FE-C422-4240-B6D3-60663B17309E}" destId="{5B04C835-8C5C-4949-88B5-28C31E627815}" srcOrd="3" destOrd="0" presId="urn:microsoft.com/office/officeart/2018/2/layout/IconLabelDescriptionList"/>
    <dgm:cxn modelId="{3D17BC12-14FA-4B6E-BA72-5A9DD44A7C71}" type="presParOf" srcId="{5D6535FE-C422-4240-B6D3-60663B17309E}" destId="{8CF0F843-1F01-4893-A7D7-BEDFB9585EA2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3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 xmlns:r="http://schemas.openxmlformats.org/officeDocument/2006/relationships">
  <dgm:ptLst>
    <dgm:pt modelId="{49F9DD40-05FD-46F0-BFDC-476947AE85B3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5" csCatId="accent1" phldr="1"/>
      <dgm:spPr bwMode="auto"/>
      <dgm:t>
        <a:bodyPr/>
        <a:lstStyle/>
        <a:p>
          <a:pPr>
            <a:defRPr/>
          </a:pPr>
          <a:endParaRPr lang="en-US"/>
        </a:p>
      </dgm:t>
    </dgm:pt>
    <dgm:pt modelId="{7F97DBC8-5131-4423-9677-AF2A35F405D9}" type="node">
      <dgm:prSet/>
      <dgm:spPr bwMode="auto"/>
      <dgm:t>
        <a:bodyPr/>
        <a:lstStyle/>
        <a:p>
          <a:pPr>
            <a:lnSpc>
              <a:spcPct val="100000"/>
            </a:lnSpc>
            <a:defRPr/>
          </a:pPr>
          <a:r>
            <a:rPr lang="en-US" b="1"/>
            <a:t>Isolation</a:t>
          </a:r>
          <a:r>
            <a:rPr lang="en-US"/>
            <a:t>: What is the </a:t>
          </a:r>
          <a:r>
            <a:rPr lang="en-US" b="1"/>
            <a:t>individual cost of each defense mechanism </a:t>
          </a:r>
          <a:r>
            <a:rPr lang="en-US"/>
            <a:t>(DP, Byzantine-robust aggregation, gradient compression) in terms of accuracy, communication overhead, and attack success rate, and do our results reproduce the published baselines?</a:t>
          </a:r>
          <a:endParaRPr/>
        </a:p>
      </dgm:t>
    </dgm:pt>
    <dgm:pt modelId="{1908C58B-7554-4496-9D0D-FB0766C29F2C}" type="parTrans" cxnId="{2B3F7AAB-4FDD-415E-8C00-F2502E4F9858}">
      <dgm:prSet/>
      <dgm:spPr bwMode="auto"/>
      <dgm:t>
        <a:bodyPr/>
        <a:lstStyle/>
        <a:p>
          <a:pPr>
            <a:defRPr/>
          </a:pPr>
          <a:endParaRPr lang="en-US"/>
        </a:p>
      </dgm:t>
    </dgm:pt>
    <dgm:pt modelId="{5FC0BE4C-836C-47A2-813E-651F4ED4458E}" type="sibTrans" cxnId="{2B3F7AAB-4FDD-415E-8C00-F2502E4F9858}">
      <dgm:prSet/>
      <dgm:spPr bwMode="auto"/>
      <dgm:t>
        <a:bodyPr/>
        <a:lstStyle/>
        <a:p>
          <a:pPr>
            <a:defRPr/>
          </a:pPr>
          <a:endParaRPr lang="en-US"/>
        </a:p>
      </dgm:t>
    </dgm:pt>
    <dgm:pt modelId="{FB4E394F-BE37-402F-80F7-116D2C9195F8}" type="node">
      <dgm:prSet/>
      <dgm:spPr bwMode="auto"/>
      <dgm:t>
        <a:bodyPr/>
        <a:lstStyle/>
        <a:p>
          <a:pPr>
            <a:lnSpc>
              <a:spcPct val="100000"/>
            </a:lnSpc>
            <a:defRPr/>
          </a:pPr>
          <a:r>
            <a:rPr lang="en-US" b="1"/>
            <a:t>Combination</a:t>
          </a:r>
          <a:r>
            <a:rPr lang="en-US"/>
            <a:t>: How do pairwise and full combinations of the three mechanisms interact? Do the costs compound additively, sub-additively, or super-additively?</a:t>
          </a:r>
          <a:endParaRPr/>
        </a:p>
      </dgm:t>
    </dgm:pt>
    <dgm:pt modelId="{2BF8E92A-8E67-4C95-9BB0-B822B3FEAF0F}" type="parTrans" cxnId="{42B464A3-3DE2-4733-BFA4-15C69D42DF00}">
      <dgm:prSet/>
      <dgm:spPr bwMode="auto"/>
      <dgm:t>
        <a:bodyPr/>
        <a:lstStyle/>
        <a:p>
          <a:pPr>
            <a:defRPr/>
          </a:pPr>
          <a:endParaRPr lang="en-US"/>
        </a:p>
      </dgm:t>
    </dgm:pt>
    <dgm:pt modelId="{E7196009-44D0-4903-804C-BEBA5D12BE59}" type="sibTrans" cxnId="{42B464A3-3DE2-4733-BFA4-15C69D42DF00}">
      <dgm:prSet/>
      <dgm:spPr bwMode="auto"/>
      <dgm:t>
        <a:bodyPr/>
        <a:lstStyle/>
        <a:p>
          <a:pPr>
            <a:defRPr/>
          </a:pPr>
          <a:endParaRPr lang="en-US"/>
        </a:p>
      </dgm:t>
    </dgm:pt>
    <dgm:pt modelId="{CF0E1812-4EB7-428D-B4C0-1F622E6E8334}" type="node">
      <dgm:prSet/>
      <dgm:spPr bwMode="auto"/>
      <dgm:t>
        <a:bodyPr vert="horz" anchor="ctr"/>
        <a:lstStyle/>
        <a:p>
          <a:pPr>
            <a:defRPr/>
          </a:pPr>
          <a:r>
            <a:rPr lang="en-US" b="1" i="0" u="none" strike="noStrike" cap="none" spc="0">
              <a:solidFill>
                <a:schemeClr val="tx1"/>
              </a:solidFill>
              <a:latin typeface="Calibri"/>
              <a:ea typeface="Calibri"/>
              <a:cs typeface="Calibri"/>
            </a:rPr>
            <a:t> Trust and Privacy: </a:t>
          </a:r>
          <a:r>
            <a:rPr lang="en-US" b="0" i="0" u="none" strike="noStrike" cap="none" spc="0">
              <a:solidFill>
                <a:schemeClr val="tx1"/>
              </a:solidFill>
              <a:latin typeface="Calibri"/>
              <a:ea typeface="Calibri"/>
              <a:cs typeface="Calibri"/>
            </a:rPr>
            <a:t>How do the trust scores as</a:t>
          </a:r>
          <a:r>
            <a:rPr lang="en-US" b="0" i="0" u="none" strike="noStrike" cap="none" spc="0">
              <a:solidFill>
                <a:schemeClr val="tx1"/>
              </a:solidFill>
              <a:latin typeface="Calibri"/>
              <a:ea typeface="Calibri"/>
              <a:cs typeface="Calibri"/>
            </a:rPr>
            <a:t>signed by FLTrust evolve throughout training, and</a:t>
          </a:r>
          <a:r>
            <a:rPr lang="de-DE" b="0"/>
            <a:t> </a:t>
          </a:r>
          <a:r>
            <a:rPr lang="en-US" b="0" i="0" u="none" strike="noStrike" cap="none" spc="0">
              <a:solidFill>
                <a:schemeClr val="tx1"/>
              </a:solidFill>
              <a:latin typeface="Calibri"/>
              <a:ea typeface="Calibri"/>
              <a:cs typeface="Calibri"/>
            </a:rPr>
            <a:t>what do they reveal about the interaction between</a:t>
          </a:r>
          <a:r>
            <a:rPr lang="de-DE" b="0"/>
            <a:t> </a:t>
          </a:r>
          <a:r>
            <a:rPr lang="en-US" b="0" i="0" u="none" strike="noStrike" cap="none" spc="0">
              <a:solidFill>
                <a:schemeClr val="tx1"/>
              </a:solidFill>
              <a:latin typeface="Calibri"/>
              <a:ea typeface="Calibri"/>
              <a:cs typeface="Calibri"/>
            </a:rPr>
            <a:t>privacy, robustness, and model performance?</a:t>
          </a:r>
          <a:endParaRPr lang="en-US" b="1" i="0" u="none" strike="noStrike" cap="none" spc="0">
            <a:solidFill>
              <a:schemeClr val="tx1"/>
            </a:solidFill>
            <a:latin typeface="Calibri"/>
            <a:cs typeface="Calibri"/>
          </a:endParaRPr>
        </a:p>
      </dgm:t>
    </dgm:pt>
    <dgm:pt modelId="{4BFED5BA-A442-4542-9FFB-88AFF3F4DB82}" type="parTrans" cxnId="{19CC1CA6-1150-4B2E-AFFC-C3FFF3A2BFAD}">
      <dgm:prSet/>
      <dgm:spPr bwMode="auto"/>
      <dgm:t>
        <a:bodyPr/>
        <a:lstStyle/>
        <a:p>
          <a:pPr>
            <a:defRPr/>
          </a:pPr>
          <a:endParaRPr lang="en-US"/>
        </a:p>
      </dgm:t>
    </dgm:pt>
    <dgm:pt modelId="{C27C28AE-53D5-4113-8216-582379FF18BC}" type="sibTrans" cxnId="{19CC1CA6-1150-4B2E-AFFC-C3FFF3A2BFAD}">
      <dgm:prSet/>
      <dgm:spPr bwMode="auto"/>
      <dgm:t>
        <a:bodyPr/>
        <a:lstStyle/>
        <a:p>
          <a:pPr>
            <a:defRPr/>
          </a:pPr>
          <a:endParaRPr lang="en-US"/>
        </a:p>
      </dgm:t>
    </dgm:pt>
    <dgm:pt modelId="{FABDFE16-EEE0-4E87-B8E3-03E6833D0E14}" type="pres">
      <dgm:prSet presAssocID="{49F9DD40-05FD-46F0-BFDC-476947AE85B3}" presName="root" presStyleCnt="0">
        <dgm:presLayoutVars>
          <dgm:dir val="norm"/>
          <dgm:resizeHandles val="exact"/>
        </dgm:presLayoutVars>
      </dgm:prSet>
      <dgm:spPr bwMode="auto"/>
    </dgm:pt>
    <dgm:pt modelId="{9BEDDFB1-1B16-4C7C-966B-C7BCE5A1C4F5}" type="pres">
      <dgm:prSet presAssocID="{7F97DBC8-5131-4423-9677-AF2A35F405D9}" presName="compNode" presStyleCnt="0"/>
      <dgm:spPr bwMode="auto"/>
    </dgm:pt>
    <dgm:pt modelId="{1D69EDD2-C4B0-4E37-BCF4-39F238ABAC2D}" type="pres">
      <dgm:prSet custLinFactNeighborY="12872" presAssocID="{7F97DBC8-5131-4423-9677-AF2A35F405D9}" presName="bgRect" presStyleLbl="bgShp" presStyleIdx="0" presStyleCnt="3"/>
      <dgm:spPr bwMode="auto"/>
    </dgm:pt>
    <dgm:pt modelId="{0AF935DF-20B7-4A12-947D-742DBA2A8D42}" type="pres">
      <dgm:prSet custLinFactNeighborX="2220" custLinFactNeighborY="16652" presAssocID="{7F97DBC8-5131-4423-9677-AF2A35F405D9}" presName="iconRect" presStyleLbl="node1" presStyleIdx="0" presStyleCnt="3"/>
      <dgm:spPr bwMode="auto">
        <a:blipFill rotWithShape="1">
          <a:blip r:embed="rId1"/>
          <a:stretch/>
        </a:blipFill>
      </dgm:spPr>
    </dgm:pt>
    <dgm:pt modelId="{17C5137B-2D9C-41F8-B54F-260A1787555E}" type="pres">
      <dgm:prSet presAssocID="{7F97DBC8-5131-4423-9677-AF2A35F405D9}" presName="spaceRect" presStyleCnt="0"/>
      <dgm:spPr bwMode="auto"/>
    </dgm:pt>
    <dgm:pt modelId="{8C9B2490-3923-4DBD-908D-ED0202CBA46D}" type="pres">
      <dgm:prSet custLinFactNeighborY="12822" presAssocID="{7F97DBC8-5131-4423-9677-AF2A35F405D9}" presName="parTx" presStyleLbl="revTx" presStyleIdx="0" presStyleCnt="3">
        <dgm:presLayoutVars>
          <dgm:chMax val="0"/>
          <dgm:chPref val="0"/>
        </dgm:presLayoutVars>
      </dgm:prSet>
      <dgm:spPr bwMode="auto"/>
    </dgm:pt>
    <dgm:pt modelId="{B2AAADAD-D29D-41CD-B41C-744FA257FDAE}" type="pres">
      <dgm:prSet presAssocID="{5FC0BE4C-836C-47A2-813E-651F4ED4458E}" presName="sibTrans" presStyleCnt="0"/>
      <dgm:spPr bwMode="auto"/>
    </dgm:pt>
    <dgm:pt modelId="{6709E943-C0D6-4285-957C-24DC129FDE32}" type="pres">
      <dgm:prSet presAssocID="{FB4E394F-BE37-402F-80F7-116D2C9195F8}" presName="compNode" presStyleCnt="0"/>
      <dgm:spPr bwMode="auto"/>
    </dgm:pt>
    <dgm:pt modelId="{959D76F9-841F-4422-8222-34FCCBEF7176}" type="pres">
      <dgm:prSet presAssocID="{FB4E394F-BE37-402F-80F7-116D2C9195F8}" presName="bgRect" presStyleLbl="bgShp" presStyleIdx="1" presStyleCnt="3"/>
      <dgm:spPr bwMode="auto"/>
    </dgm:pt>
    <dgm:pt modelId="{8203F35F-4A05-4422-A223-67D2DE489494}" type="pres">
      <dgm:prSet presAssocID="{FB4E394F-BE37-402F-80F7-116D2C9195F8}" presName="iconRect" presStyleLbl="node1" presStyleIdx="1" presStyleCnt="3"/>
      <dgm:spPr bwMode="auto">
        <a:blipFill rotWithShape="1">
          <a:blip r:embed="rId2"/>
          <a:stretch/>
        </a:blipFill>
      </dgm:spPr>
    </dgm:pt>
    <dgm:pt modelId="{434F66B9-8CDB-495C-98DE-1EB47CA2FBE4}" type="pres">
      <dgm:prSet presAssocID="{FB4E394F-BE37-402F-80F7-116D2C9195F8}" presName="spaceRect" presStyleCnt="0"/>
      <dgm:spPr bwMode="auto"/>
    </dgm:pt>
    <dgm:pt modelId="{00B24CA7-2984-42D9-BABE-8E2E07396E47}" type="pres">
      <dgm:prSet presAssocID="{FB4E394F-BE37-402F-80F7-116D2C9195F8}" presName="parTx" presStyleLbl="revTx" presStyleIdx="1" presStyleCnt="3">
        <dgm:presLayoutVars>
          <dgm:chMax val="0"/>
          <dgm:chPref val="0"/>
        </dgm:presLayoutVars>
      </dgm:prSet>
      <dgm:spPr bwMode="auto"/>
    </dgm:pt>
    <dgm:pt modelId="{BA6EC16F-C5AA-4E26-8DA7-E6DC5E662941}" type="pres">
      <dgm:prSet presAssocID="{E7196009-44D0-4903-804C-BEBA5D12BE59}" presName="sibTrans" presStyleCnt="0"/>
      <dgm:spPr bwMode="auto"/>
    </dgm:pt>
    <dgm:pt modelId="{2B2CDB64-9BF9-4B77-8727-92499834EE45}" type="pres">
      <dgm:prSet presAssocID="{CF0E1812-4EB7-428D-B4C0-1F622E6E8334}" presName="compNode" presStyleCnt="0"/>
      <dgm:spPr bwMode="auto"/>
    </dgm:pt>
    <dgm:pt modelId="{3505ADCB-AC2A-4447-A53C-EAB87C6D6CFD}" type="pres">
      <dgm:prSet custLinFactNeighborY="-9770" presAssocID="{CF0E1812-4EB7-428D-B4C0-1F622E6E8334}" presName="bgRect" presStyleLbl="bgShp" presStyleIdx="2" presStyleCnt="3"/>
      <dgm:spPr bwMode="auto"/>
    </dgm:pt>
    <dgm:pt modelId="{394177A3-1B18-408A-8D13-8EFFE08A6C0D}" type="pres">
      <dgm:prSet custLinFactNeighborX="-1110" custLinFactNeighborY="-21092" presAssocID="{CF0E1812-4EB7-428D-B4C0-1F622E6E8334}" presName="iconRect" presStyleLbl="node1" presStyleIdx="2" presStyleCnt="3"/>
      <dgm:spPr bwMode="auto">
        <a:blipFill rotWithShape="1">
          <a:blip r:embed="rId3"/>
          <a:stretch/>
        </a:blipFill>
      </dgm:spPr>
    </dgm:pt>
    <dgm:pt modelId="{3EEC1E74-63AA-407D-BB81-645FE54A6D3C}" type="pres">
      <dgm:prSet presAssocID="{CF0E1812-4EB7-428D-B4C0-1F622E6E8334}" presName="spaceRect" presStyleCnt="0"/>
      <dgm:spPr bwMode="auto"/>
    </dgm:pt>
    <dgm:pt modelId="{8A5F447B-0A15-4921-A425-AE894EC82B7F}" type="pres">
      <dgm:prSet custLinFactNeighborY="-10380" presAssocID="{CF0E1812-4EB7-428D-B4C0-1F622E6E8334}" presName="parTx" presStyleLbl="revTx" presStyleIdx="2" presStyleCnt="3">
        <dgm:presLayoutVars>
          <dgm:chMax val="0"/>
          <dgm:chPref val="0"/>
        </dgm:presLayoutVars>
      </dgm:prSet>
      <dgm:spPr bwMode="auto"/>
    </dgm:pt>
  </dgm:ptLst>
  <dgm:cxnLst>
    <dgm:cxn modelId="{BF08AD13-20A4-428F-9418-AA39F2BC7F6C}" type="presOf" srcId="{CF0E1812-4EB7-428D-B4C0-1F622E6E8334}" destId="{8A5F447B-0A15-4921-A425-AE894EC82B7F}" srcOrd="0" destOrd="0" presId="urn:microsoft.com/office/officeart/2018/2/layout/IconVerticalSolidList"/>
    <dgm:cxn modelId="{EE45245A-A67E-4333-9FE9-180433ACAC62}" type="presOf" srcId="{49F9DD40-05FD-46F0-BFDC-476947AE85B3}" destId="{FABDFE16-EEE0-4E87-B8E3-03E6833D0E14}" srcOrd="0" destOrd="0" presId="urn:microsoft.com/office/officeart/2018/2/layout/IconVerticalSolidList"/>
    <dgm:cxn modelId="{C067A296-A219-464F-96BA-EDFEE5543E66}" type="presOf" srcId="{7F97DBC8-5131-4423-9677-AF2A35F405D9}" destId="{8C9B2490-3923-4DBD-908D-ED0202CBA46D}" srcOrd="0" destOrd="0" presId="urn:microsoft.com/office/officeart/2018/2/layout/IconVerticalSolidList"/>
    <dgm:cxn modelId="{42B464A3-3DE2-4733-BFA4-15C69D42DF00}" type="parOf" srcId="{49F9DD40-05FD-46F0-BFDC-476947AE85B3}" destId="{FB4E394F-BE37-402F-80F7-116D2C9195F8}" srcOrd="1" destOrd="0" parTransId="{2BF8E92A-8E67-4C95-9BB0-B822B3FEAF0F}" sibTransId="{E7196009-44D0-4903-804C-BEBA5D12BE59}"/>
    <dgm:cxn modelId="{19CC1CA6-1150-4B2E-AFFC-C3FFF3A2BFAD}" type="parOf" srcId="{49F9DD40-05FD-46F0-BFDC-476947AE85B3}" destId="{CF0E1812-4EB7-428D-B4C0-1F622E6E8334}" srcOrd="2" destOrd="0" parTransId="{4BFED5BA-A442-4542-9FFB-88AFF3F4DB82}" sibTransId="{C27C28AE-53D5-4113-8216-582379FF18BC}"/>
    <dgm:cxn modelId="{376A36A6-3019-438C-80B0-0FC3193932D8}" type="presOf" srcId="{FB4E394F-BE37-402F-80F7-116D2C9195F8}" destId="{00B24CA7-2984-42D9-BABE-8E2E07396E47}" srcOrd="0" destOrd="0" presId="urn:microsoft.com/office/officeart/2018/2/layout/IconVerticalSolidList"/>
    <dgm:cxn modelId="{2B3F7AAB-4FDD-415E-8C00-F2502E4F9858}" type="parOf" srcId="{49F9DD40-05FD-46F0-BFDC-476947AE85B3}" destId="{7F97DBC8-5131-4423-9677-AF2A35F405D9}" srcOrd="0" destOrd="0" parTransId="{1908C58B-7554-4496-9D0D-FB0766C29F2C}" sibTransId="{5FC0BE4C-836C-47A2-813E-651F4ED4458E}"/>
    <dgm:cxn modelId="{0E7B3634-BF8C-45C1-928D-9B70942F44CE}" type="presParOf" srcId="{FABDFE16-EEE0-4E87-B8E3-03E6833D0E14}" destId="{9BEDDFB1-1B16-4C7C-966B-C7BCE5A1C4F5}" srcOrd="0" destOrd="0" presId="urn:microsoft.com/office/officeart/2018/2/layout/IconVerticalSolidList"/>
    <dgm:cxn modelId="{197357CF-E58A-4C8E-A7EA-AC5B95CADDD7}" type="presParOf" srcId="{9BEDDFB1-1B16-4C7C-966B-C7BCE5A1C4F5}" destId="{1D69EDD2-C4B0-4E37-BCF4-39F238ABAC2D}" srcOrd="0" destOrd="0" presId="urn:microsoft.com/office/officeart/2018/2/layout/IconVerticalSolidList"/>
    <dgm:cxn modelId="{8D46D1E9-C36E-4150-A37A-C8A7D552EB12}" type="presParOf" srcId="{9BEDDFB1-1B16-4C7C-966B-C7BCE5A1C4F5}" destId="{0AF935DF-20B7-4A12-947D-742DBA2A8D42}" srcOrd="1" destOrd="0" presId="urn:microsoft.com/office/officeart/2018/2/layout/IconVerticalSolidList"/>
    <dgm:cxn modelId="{798124C0-5442-477A-8291-E3DFC3BE420E}" type="presParOf" srcId="{9BEDDFB1-1B16-4C7C-966B-C7BCE5A1C4F5}" destId="{17C5137B-2D9C-41F8-B54F-260A1787555E}" srcOrd="2" destOrd="0" presId="urn:microsoft.com/office/officeart/2018/2/layout/IconVerticalSolidList"/>
    <dgm:cxn modelId="{CDB94B12-452A-42E8-9486-113B1502C1D3}" type="presParOf" srcId="{9BEDDFB1-1B16-4C7C-966B-C7BCE5A1C4F5}" destId="{8C9B2490-3923-4DBD-908D-ED0202CBA46D}" srcOrd="3" destOrd="0" presId="urn:microsoft.com/office/officeart/2018/2/layout/IconVerticalSolidList"/>
    <dgm:cxn modelId="{7C32D47F-C5F5-48C7-BFB0-1A8F54FC0C72}" type="presParOf" srcId="{FABDFE16-EEE0-4E87-B8E3-03E6833D0E14}" destId="{B2AAADAD-D29D-41CD-B41C-744FA257FDAE}" srcOrd="1" destOrd="0" presId="urn:microsoft.com/office/officeart/2018/2/layout/IconVerticalSolidList"/>
    <dgm:cxn modelId="{C0510CED-FC85-43B5-A95C-70CE189C5DBA}" type="presParOf" srcId="{FABDFE16-EEE0-4E87-B8E3-03E6833D0E14}" destId="{6709E943-C0D6-4285-957C-24DC129FDE32}" srcOrd="2" destOrd="0" presId="urn:microsoft.com/office/officeart/2018/2/layout/IconVerticalSolidList"/>
    <dgm:cxn modelId="{0EB1411E-093C-4883-B773-F9DE6635209B}" type="presParOf" srcId="{6709E943-C0D6-4285-957C-24DC129FDE32}" destId="{959D76F9-841F-4422-8222-34FCCBEF7176}" srcOrd="0" destOrd="0" presId="urn:microsoft.com/office/officeart/2018/2/layout/IconVerticalSolidList"/>
    <dgm:cxn modelId="{0F0F7753-6AEE-42E1-9121-0824BF4FA481}" type="presParOf" srcId="{6709E943-C0D6-4285-957C-24DC129FDE32}" destId="{8203F35F-4A05-4422-A223-67D2DE489494}" srcOrd="1" destOrd="0" presId="urn:microsoft.com/office/officeart/2018/2/layout/IconVerticalSolidList"/>
    <dgm:cxn modelId="{799029E1-630F-4312-99BB-C33970559C17}" type="presParOf" srcId="{6709E943-C0D6-4285-957C-24DC129FDE32}" destId="{434F66B9-8CDB-495C-98DE-1EB47CA2FBE4}" srcOrd="2" destOrd="0" presId="urn:microsoft.com/office/officeart/2018/2/layout/IconVerticalSolidList"/>
    <dgm:cxn modelId="{0FFE1EDE-1C1A-4B29-8131-F4F4C600053C}" type="presParOf" srcId="{6709E943-C0D6-4285-957C-24DC129FDE32}" destId="{00B24CA7-2984-42D9-BABE-8E2E07396E47}" srcOrd="3" destOrd="0" presId="urn:microsoft.com/office/officeart/2018/2/layout/IconVerticalSolidList"/>
    <dgm:cxn modelId="{DCB4B150-4153-49A0-812F-EA80ADE3C058}" type="presParOf" srcId="{FABDFE16-EEE0-4E87-B8E3-03E6833D0E14}" destId="{BA6EC16F-C5AA-4E26-8DA7-E6DC5E662941}" srcOrd="3" destOrd="0" presId="urn:microsoft.com/office/officeart/2018/2/layout/IconVerticalSolidList"/>
    <dgm:cxn modelId="{AB1F3314-4C62-43E9-9980-826F9CAEE7D0}" type="presParOf" srcId="{FABDFE16-EEE0-4E87-B8E3-03E6833D0E14}" destId="{2B2CDB64-9BF9-4B77-8727-92499834EE45}" srcOrd="4" destOrd="0" presId="urn:microsoft.com/office/officeart/2018/2/layout/IconVerticalSolidList"/>
    <dgm:cxn modelId="{AFA278D2-059E-49BD-ACEF-9CAA5E9DC41B}" type="presParOf" srcId="{2B2CDB64-9BF9-4B77-8727-92499834EE45}" destId="{3505ADCB-AC2A-4447-A53C-EAB87C6D6CFD}" srcOrd="0" destOrd="0" presId="urn:microsoft.com/office/officeart/2018/2/layout/IconVerticalSolidList"/>
    <dgm:cxn modelId="{7475B60E-23C2-4C12-A6DE-AD8D090D3F62}" type="presParOf" srcId="{2B2CDB64-9BF9-4B77-8727-92499834EE45}" destId="{394177A3-1B18-408A-8D13-8EFFE08A6C0D}" srcOrd="1" destOrd="0" presId="urn:microsoft.com/office/officeart/2018/2/layout/IconVerticalSolidList"/>
    <dgm:cxn modelId="{DCAC8D7C-2F88-4FDD-95E6-65C76372D011}" type="presParOf" srcId="{2B2CDB64-9BF9-4B77-8727-92499834EE45}" destId="{3EEC1E74-63AA-407D-BB81-645FE54A6D3C}" srcOrd="2" destOrd="0" presId="urn:microsoft.com/office/officeart/2018/2/layout/IconVerticalSolidList"/>
    <dgm:cxn modelId="{54839054-398D-441D-A77A-EAFCB1BD3936}" type="presParOf" srcId="{2B2CDB64-9BF9-4B77-8727-92499834EE45}" destId="{8A5F447B-0A15-4921-A425-AE894EC82B7F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3" minVer="http://schemas.openxmlformats.org/drawingml/2006/diagram"/>
    </a:ext>
  </dgm:extLst>
</dgm:dataModel>
</file>

<file path=ppt/diagrams/drawing1.xml><?xml version="1.0" encoding="utf-8"?>
<dsp:drawing xmlns:dsp="http://schemas.microsoft.com/office/drawing/2008/diagram" xmlns:dgm="http://schemas.openxmlformats.org/drawingml/2006/diagram" xmlns:a="http://schemas.openxmlformats.org/drawingml/2006/main" xmlns:r="http://schemas.openxmlformats.org/officeDocument/2006/relationships">
  <dsp:spTree>
    <dsp:nvGrpSpPr>
      <dsp:cNvPr id="876830733" name=""/>
      <dsp:cNvGrpSpPr/>
    </dsp:nvGrpSpPr>
    <dsp:grpSpPr bwMode="auto">
      <a:xfrm rot="0">
        <a:off x="0" y="0"/>
        <a:ext cx="8458200" cy="4114800"/>
        <a:chOff x="0" y="0"/>
        <a:chExt cx="8458200" cy="4114800"/>
      </a:xfrm>
    </dsp:grpSpPr>
    <dsp:sp modelId="{8C644B47-FFB5-48AF-BAD9-95B1B6D38D93}">
      <dsp:nvSpPr>
        <dsp:cNvPr id="737616074" name=""/>
        <dsp:cNvSpPr/>
      </dsp:nvSpPr>
      <dsp:spPr bwMode="auto">
        <a:xfrm>
          <a:off x="1691639" y="1285"/>
          <a:ext cx="6766560" cy="1318021"/>
        </a:xfrm>
        <a:prstGeom prst="rect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  <a:alpha val="90000"/>
          </a:schemeClr>
        </a:solidFill>
        <a:ln w="25400" cap="flat" cmpd="sng" algn="ctr">
          <a:solidFill>
            <a:schemeClr val="accent2">
              <a:tint val="40000"/>
              <a:hueOff val="0"/>
              <a:satOff val="0"/>
              <a:lumOff val="0"/>
              <a:alphaOff val="0"/>
              <a:alpha val="90000"/>
            </a:schemeClr>
          </a:solidFill>
          <a:prstDash val="solid"/>
        </a:ln>
        <a:effectLst/>
      </dsp:spPr>
      <dsp:style>
        <a:lnRef idx="2">
          <a:srgbClr val="000000"/>
        </a:lnRef>
        <a:fillRef idx="1">
          <a:srgbClr val="000000"/>
        </a:fillRef>
        <a:effectRef idx="0">
          <a:srgbClr val="000000"/>
        </a:effectRef>
        <a:fontRef idx="minor"/>
      </dsp:style>
      <dsp:txBody>
        <a:bodyPr spcFirstLastPara="0" vert="horz" wrap="square" lIns="131290" tIns="334778" rIns="131290" bIns="334778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ts val="0"/>
            </a:spcBef>
            <a:spcAft>
              <a:spcPts val="0"/>
            </a:spcAft>
            <a:buNone/>
            <a:defRPr/>
          </a:pPr>
          <a:r>
            <a:rPr lang="de-DE" sz="1800">
              <a:latin typeface="Calibri"/>
            </a:rPr>
            <a:t>Weigh</a:t>
          </a:r>
          <a:r>
            <a:rPr lang="de-DE" sz="1800">
              <a:latin typeface="Calibri"/>
            </a:rPr>
            <a:t> </a:t>
          </a:r>
          <a:r>
            <a:rPr lang="de-DE" sz="1800">
              <a:latin typeface="Calibri"/>
            </a:rPr>
            <a:t>client</a:t>
          </a:r>
          <a:r>
            <a:rPr lang="de-DE" sz="1800">
              <a:latin typeface="Calibri"/>
            </a:rPr>
            <a:t> </a:t>
          </a:r>
          <a:r>
            <a:rPr lang="de-DE" sz="1800">
              <a:latin typeface="Calibri"/>
            </a:rPr>
            <a:t>contributions</a:t>
          </a:r>
          <a:r>
            <a:rPr lang="de-DE" sz="1800">
              <a:latin typeface="Calibri"/>
            </a:rPr>
            <a:t> </a:t>
          </a:r>
          <a:r>
            <a:rPr lang="de-DE" sz="1800">
              <a:latin typeface="Calibri"/>
            </a:rPr>
            <a:t>based</a:t>
          </a:r>
          <a:r>
            <a:rPr lang="de-DE" sz="1800">
              <a:latin typeface="Calibri"/>
            </a:rPr>
            <a:t> on </a:t>
          </a:r>
          <a:r>
            <a:rPr lang="de-DE" sz="1800">
              <a:latin typeface="Calibri"/>
            </a:rPr>
            <a:t>distance</a:t>
          </a:r>
          <a:r>
            <a:rPr lang="de-DE" sz="1800">
              <a:latin typeface="Calibri"/>
            </a:rPr>
            <a:t> to an </a:t>
          </a:r>
          <a:r>
            <a:rPr lang="de-DE" sz="1800">
              <a:latin typeface="Calibri"/>
            </a:rPr>
            <a:t>anchor</a:t>
          </a:r>
          <a:r>
            <a:rPr lang="de-DE" sz="1800">
              <a:latin typeface="Calibri"/>
            </a:rPr>
            <a:t> update </a:t>
          </a:r>
          <a:r>
            <a:rPr lang="de-DE" sz="1800">
              <a:latin typeface="Calibri"/>
            </a:rPr>
            <a:t>calculated</a:t>
          </a:r>
          <a:r>
            <a:rPr lang="de-DE" sz="1800">
              <a:latin typeface="Calibri"/>
            </a:rPr>
            <a:t> on a root </a:t>
          </a:r>
          <a:r>
            <a:rPr lang="de-DE" sz="1800">
              <a:latin typeface="Calibri"/>
            </a:rPr>
            <a:t>dataset</a:t>
          </a:r>
          <a:endParaRPr lang="en-US" sz="1800">
            <a:latin typeface="Calibri"/>
          </a:endParaRPr>
        </a:p>
      </dsp:txBody>
      <dsp:txXfrm>
        <a:off x="1691639" y="1285"/>
        <a:ext cx="6766560" cy="1318021"/>
      </dsp:txXfrm>
    </dsp:sp>
    <dsp:sp modelId="{BE9CCB95-0798-4326-A742-CFE6F0A4A024}">
      <dsp:nvSpPr>
        <dsp:cNvPr id="1054091573" name=""/>
        <dsp:cNvSpPr/>
      </dsp:nvSpPr>
      <dsp:spPr bwMode="auto">
        <a:xfrm>
          <a:off x="0" y="1285"/>
          <a:ext cx="1691640" cy="1318021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rgbClr val="000000"/>
        </a:lnRef>
        <a:fillRef idx="1">
          <a:srgbClr val="000000"/>
        </a:fillRef>
        <a:effectRef idx="0">
          <a:srgbClr val="000000"/>
        </a:effectRef>
        <a:fontRef idx="minor">
          <a:schemeClr val="lt1"/>
        </a:fontRef>
      </dsp:style>
      <dsp:txBody>
        <a:bodyPr spcFirstLastPara="0" vert="horz" wrap="square" lIns="89516" tIns="130191" rIns="89516" bIns="130191" numCol="1" spcCol="1270" anchor="ctr" anchorCtr="0">
          <a:noAutofit/>
        </a:bodyPr>
        <a:lstStyle/>
        <a:p>
          <a:pPr marL="0" lvl="0" indent="0" algn="ctr" defTabSz="977900" rtl="0">
            <a:lnSpc>
              <a:spcPct val="90000"/>
            </a:lnSpc>
            <a:spcBef>
              <a:spcPts val="0"/>
            </a:spcBef>
            <a:spcAft>
              <a:spcPts val="0"/>
            </a:spcAft>
            <a:buNone/>
            <a:defRPr/>
          </a:pPr>
          <a:r>
            <a:rPr lang="de-DE" sz="2200">
              <a:latin typeface="Calibri"/>
            </a:rPr>
            <a:t>FLTrust</a:t>
          </a:r>
          <a:endParaRPr lang="en-US" sz="2200">
            <a:latin typeface="Calibri"/>
          </a:endParaRPr>
        </a:p>
      </dsp:txBody>
      <dsp:txXfrm>
        <a:off x="0" y="1285"/>
        <a:ext cx="1691640" cy="1318021"/>
      </dsp:txXfrm>
    </dsp:sp>
    <dsp:sp modelId="{A18CFAB1-5977-404F-8E10-7DF991A539A2}">
      <dsp:nvSpPr>
        <dsp:cNvPr id="536198247" name=""/>
        <dsp:cNvSpPr/>
      </dsp:nvSpPr>
      <dsp:spPr bwMode="auto">
        <a:xfrm>
          <a:off x="1691639" y="1398389"/>
          <a:ext cx="6766560" cy="1318021"/>
        </a:xfrm>
        <a:prstGeom prst="rect">
          <a:avLst/>
        </a:prstGeom>
        <a:solidFill>
          <a:schemeClr val="accent2">
            <a:tint val="40000"/>
            <a:hueOff val="-8231145"/>
            <a:satOff val="-4032"/>
            <a:lumOff val="310"/>
            <a:alphaOff val="0"/>
            <a:alpha val="90000"/>
          </a:schemeClr>
        </a:solidFill>
        <a:ln w="25400" cap="flat" cmpd="sng" algn="ctr">
          <a:solidFill>
            <a:schemeClr val="accent2">
              <a:tint val="40000"/>
              <a:hueOff val="-8231145"/>
              <a:satOff val="-4032"/>
              <a:lumOff val="310"/>
              <a:alphaOff val="0"/>
              <a:alpha val="90000"/>
            </a:schemeClr>
          </a:solidFill>
          <a:prstDash val="solid"/>
        </a:ln>
        <a:effectLst/>
      </dsp:spPr>
      <dsp:style>
        <a:lnRef idx="2">
          <a:srgbClr val="000000"/>
        </a:lnRef>
        <a:fillRef idx="1">
          <a:srgbClr val="000000"/>
        </a:fillRef>
        <a:effectRef idx="0">
          <a:srgbClr val="000000"/>
        </a:effectRef>
        <a:fontRef idx="minor"/>
      </dsp:style>
      <dsp:txBody>
        <a:bodyPr spcFirstLastPara="0" vert="horz" wrap="square" lIns="131290" tIns="334778" rIns="131290" bIns="334778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ts val="0"/>
            </a:spcBef>
            <a:spcAft>
              <a:spcPts val="0"/>
            </a:spcAft>
            <a:buNone/>
            <a:defRPr/>
          </a:pPr>
          <a:r>
            <a:rPr lang="de-DE" sz="1800"/>
            <a:t>Locally</a:t>
          </a:r>
          <a:r>
            <a:rPr lang="de-DE" sz="1800"/>
            <a:t> </a:t>
          </a:r>
          <a:r>
            <a:rPr lang="de-DE" sz="1800"/>
            <a:t>clip</a:t>
          </a:r>
          <a:r>
            <a:rPr lang="de-DE" sz="1800"/>
            <a:t> per-sample </a:t>
          </a:r>
          <a:r>
            <a:rPr lang="de-DE" sz="1800"/>
            <a:t>gradients</a:t>
          </a:r>
          <a:r>
            <a:rPr lang="de-DE" sz="1800"/>
            <a:t> and </a:t>
          </a:r>
          <a:r>
            <a:rPr lang="de-DE" sz="1800"/>
            <a:t>add</a:t>
          </a:r>
          <a:r>
            <a:rPr lang="de-DE" sz="1800"/>
            <a:t> </a:t>
          </a:r>
          <a:r>
            <a:rPr lang="de-DE" sz="1800"/>
            <a:t>calibrated</a:t>
          </a:r>
          <a:r>
            <a:rPr lang="de-DE" sz="1800"/>
            <a:t> </a:t>
          </a:r>
          <a:r>
            <a:rPr lang="de-DE" sz="1800"/>
            <a:t>Gaussian</a:t>
          </a:r>
          <a:r>
            <a:rPr lang="de-DE" sz="1800"/>
            <a:t> </a:t>
          </a:r>
          <a:r>
            <a:rPr lang="de-DE" sz="1800"/>
            <a:t>noise</a:t>
          </a:r>
          <a:endParaRPr lang="en-US" sz="1800"/>
        </a:p>
      </dsp:txBody>
      <dsp:txXfrm>
        <a:off x="1691639" y="1398389"/>
        <a:ext cx="6766560" cy="1318021"/>
      </dsp:txXfrm>
    </dsp:sp>
    <dsp:sp modelId="{B7724C46-34AD-4936-A2CB-707A185DE5EB}">
      <dsp:nvSpPr>
        <dsp:cNvPr id="1558553171" name=""/>
        <dsp:cNvSpPr/>
      </dsp:nvSpPr>
      <dsp:spPr bwMode="auto">
        <a:xfrm>
          <a:off x="0" y="1398389"/>
          <a:ext cx="1691640" cy="1318021"/>
        </a:xfrm>
        <a:prstGeom prst="rect">
          <a:avLst/>
        </a:prstGeom>
        <a:solidFill>
          <a:schemeClr val="accent2">
            <a:hueOff val="-8311064"/>
            <a:satOff val="-14457"/>
            <a:lumOff val="4902"/>
            <a:alphaOff val="0"/>
          </a:schemeClr>
        </a:solidFill>
        <a:ln w="25400" cap="flat" cmpd="sng" algn="ctr">
          <a:solidFill>
            <a:schemeClr val="accent2">
              <a:hueOff val="-8311064"/>
              <a:satOff val="-14457"/>
              <a:lumOff val="4902"/>
              <a:alphaOff val="0"/>
            </a:schemeClr>
          </a:solidFill>
          <a:prstDash val="solid"/>
        </a:ln>
        <a:effectLst/>
      </dsp:spPr>
      <dsp:style>
        <a:lnRef idx="2">
          <a:srgbClr val="000000"/>
        </a:lnRef>
        <a:fillRef idx="1">
          <a:srgbClr val="000000"/>
        </a:fillRef>
        <a:effectRef idx="0">
          <a:srgbClr val="000000"/>
        </a:effectRef>
        <a:fontRef idx="minor">
          <a:schemeClr val="lt1"/>
        </a:fontRef>
      </dsp:style>
      <dsp:txBody>
        <a:bodyPr spcFirstLastPara="0" vert="horz" wrap="square" lIns="89516" tIns="130191" rIns="89516" bIns="130191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ts val="0"/>
            </a:spcBef>
            <a:spcAft>
              <a:spcPts val="0"/>
            </a:spcAft>
            <a:buNone/>
            <a:defRPr/>
          </a:pPr>
          <a:r>
            <a:rPr lang="de-DE" sz="2200"/>
            <a:t>Differential Privacy SGD</a:t>
          </a:r>
          <a:endParaRPr lang="en-US" sz="2200"/>
        </a:p>
      </dsp:txBody>
      <dsp:txXfrm>
        <a:off x="0" y="1398389"/>
        <a:ext cx="1691640" cy="1318021"/>
      </dsp:txXfrm>
    </dsp:sp>
    <dsp:sp modelId="{F19D84E7-44C8-4A93-AFF7-5D646E150CE6}">
      <dsp:nvSpPr>
        <dsp:cNvPr id="1442299996" name=""/>
        <dsp:cNvSpPr/>
      </dsp:nvSpPr>
      <dsp:spPr bwMode="auto">
        <a:xfrm>
          <a:off x="1691639" y="2795492"/>
          <a:ext cx="6766560" cy="1318021"/>
        </a:xfrm>
        <a:prstGeom prst="rect">
          <a:avLst/>
        </a:prstGeom>
        <a:solidFill>
          <a:schemeClr val="accent2">
            <a:tint val="40000"/>
            <a:hueOff val="-16462289"/>
            <a:satOff val="-8064"/>
            <a:lumOff val="619"/>
            <a:alphaOff val="0"/>
            <a:alpha val="90000"/>
          </a:schemeClr>
        </a:solidFill>
        <a:ln w="25400" cap="flat" cmpd="sng" algn="ctr">
          <a:solidFill>
            <a:schemeClr val="accent2">
              <a:tint val="40000"/>
              <a:hueOff val="-16462289"/>
              <a:satOff val="-8064"/>
              <a:lumOff val="619"/>
              <a:alphaOff val="0"/>
              <a:alpha val="90000"/>
            </a:schemeClr>
          </a:solidFill>
          <a:prstDash val="solid"/>
        </a:ln>
        <a:effectLst/>
      </dsp:spPr>
      <dsp:style>
        <a:lnRef idx="2">
          <a:srgbClr val="000000"/>
        </a:lnRef>
        <a:fillRef idx="1">
          <a:srgbClr val="000000"/>
        </a:fillRef>
        <a:effectRef idx="0">
          <a:srgbClr val="000000"/>
        </a:effectRef>
        <a:fontRef idx="minor"/>
      </dsp:style>
      <dsp:txBody>
        <a:bodyPr spcFirstLastPara="0" vert="horz" wrap="square" lIns="131290" tIns="334778" rIns="131290" bIns="334778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ts val="0"/>
            </a:spcBef>
            <a:spcAft>
              <a:spcPts val="0"/>
            </a:spcAft>
            <a:buNone/>
            <a:defRPr/>
          </a:pPr>
          <a:r>
            <a:rPr lang="de-DE" sz="1800"/>
            <a:t>Transmit</a:t>
          </a:r>
          <a:r>
            <a:rPr lang="de-DE" sz="1800"/>
            <a:t> </a:t>
          </a:r>
          <a:r>
            <a:rPr lang="de-DE" sz="1800"/>
            <a:t>only</a:t>
          </a:r>
          <a:r>
            <a:rPr lang="de-DE" sz="1800"/>
            <a:t> </a:t>
          </a:r>
          <a:r>
            <a:rPr lang="de-DE" sz="1800" i="1"/>
            <a:t>k</a:t>
          </a:r>
          <a:r>
            <a:rPr lang="de-DE" sz="1800"/>
            <a:t> </a:t>
          </a:r>
          <a:r>
            <a:rPr lang="de-DE" sz="1800"/>
            <a:t>largest</a:t>
          </a:r>
          <a:r>
            <a:rPr lang="de-DE" sz="1800"/>
            <a:t> </a:t>
          </a:r>
          <a:r>
            <a:rPr lang="de-DE" sz="1800"/>
            <a:t>gradient</a:t>
          </a:r>
          <a:r>
            <a:rPr lang="de-DE" sz="1800"/>
            <a:t> </a:t>
          </a:r>
          <a:r>
            <a:rPr lang="de-DE" sz="1800"/>
            <a:t>components</a:t>
          </a:r>
          <a:endParaRPr lang="en-US" sz="1800"/>
        </a:p>
      </dsp:txBody>
      <dsp:txXfrm>
        <a:off x="1691639" y="2795492"/>
        <a:ext cx="6766560" cy="1318021"/>
      </dsp:txXfrm>
    </dsp:sp>
    <dsp:sp modelId="{30FE7AC9-04EB-4186-8DB5-B3EA78643A74}">
      <dsp:nvSpPr>
        <dsp:cNvPr id="419826011" name=""/>
        <dsp:cNvSpPr/>
      </dsp:nvSpPr>
      <dsp:spPr bwMode="auto">
        <a:xfrm>
          <a:off x="0" y="2795492"/>
          <a:ext cx="1691640" cy="1318021"/>
        </a:xfrm>
        <a:prstGeom prst="rect">
          <a:avLst/>
        </a:prstGeom>
        <a:solidFill>
          <a:schemeClr val="accent2">
            <a:hueOff val="-16622128"/>
            <a:satOff val="-28915"/>
            <a:lumOff val="9804"/>
            <a:alphaOff val="0"/>
          </a:schemeClr>
        </a:solidFill>
        <a:ln w="25400" cap="flat" cmpd="sng" algn="ctr">
          <a:solidFill>
            <a:schemeClr val="accent2">
              <a:hueOff val="-16622128"/>
              <a:satOff val="-28915"/>
              <a:lumOff val="9804"/>
              <a:alphaOff val="0"/>
            </a:schemeClr>
          </a:solidFill>
          <a:prstDash val="solid"/>
        </a:ln>
        <a:effectLst/>
      </dsp:spPr>
      <dsp:style>
        <a:lnRef idx="2">
          <a:srgbClr val="000000"/>
        </a:lnRef>
        <a:fillRef idx="1">
          <a:srgbClr val="000000"/>
        </a:fillRef>
        <a:effectRef idx="0">
          <a:srgbClr val="000000"/>
        </a:effectRef>
        <a:fontRef idx="minor">
          <a:schemeClr val="lt1"/>
        </a:fontRef>
      </dsp:style>
      <dsp:txBody>
        <a:bodyPr spcFirstLastPara="0" vert="horz" wrap="square" lIns="89516" tIns="130191" rIns="89516" bIns="130191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ts val="0"/>
            </a:spcBef>
            <a:spcAft>
              <a:spcPts val="0"/>
            </a:spcAft>
            <a:buNone/>
            <a:defRPr/>
          </a:pPr>
          <a:r>
            <a:rPr lang="de-DE" sz="2200"/>
            <a:t>Top-k </a:t>
          </a:r>
          <a:r>
            <a:rPr lang="de-DE" sz="2200"/>
            <a:t>sparsification</a:t>
          </a:r>
          <a:endParaRPr lang="en-US" sz="2200"/>
        </a:p>
      </dsp:txBody>
      <dsp:txXfrm>
        <a:off x="0" y="2795492"/>
        <a:ext cx="1691640" cy="1318021"/>
      </dsp:txXfrm>
    </dsp:sp>
  </dsp:spTree>
</dsp:drawing>
</file>

<file path=ppt/diagrams/drawing2.xml><?xml version="1.0" encoding="utf-8"?>
<dsp:drawing xmlns:dsp="http://schemas.microsoft.com/office/drawing/2008/diagram" xmlns:dgm="http://schemas.openxmlformats.org/drawingml/2006/diagram" xmlns:a="http://schemas.openxmlformats.org/drawingml/2006/main" xmlns:r="http://schemas.openxmlformats.org/officeDocument/2006/relationships">
  <dsp:spTree>
    <dsp:nvGrpSpPr>
      <dsp:cNvPr id="79242625" name=""/>
      <dsp:cNvGrpSpPr/>
    </dsp:nvGrpSpPr>
    <dsp:grpSpPr bwMode="auto">
      <a:xfrm rot="0">
        <a:off x="0" y="0"/>
        <a:ext cx="8458200" cy="4114800"/>
        <a:chOff x="0" y="0"/>
        <a:chExt cx="8458200" cy="4114800"/>
      </a:xfrm>
    </dsp:grpSpPr>
    <dsp:sp modelId="{D97FAFBD-A84B-4509-9F67-5888E67A067C}">
      <dsp:nvSpPr>
        <dsp:cNvPr id="1200748483" name=""/>
        <dsp:cNvSpPr/>
      </dsp:nvSpPr>
      <dsp:spPr bwMode="auto">
        <a:xfrm>
          <a:off x="3652" y="718347"/>
          <a:ext cx="1359914" cy="1359914"/>
        </a:xfrm>
        <a:prstGeom prst="rect">
          <a:avLst/>
        </a:prstGeom>
        <a:blipFill rotWithShape="1">
          <a:blip r:embed="rId1"/>
          <a:stretch/>
        </a:blipFill>
        <a:ln w="25400" cap="flat" cmpd="sng" algn="ctr">
          <a:noFill/>
          <a:prstDash val="solid"/>
        </a:ln>
        <a:effectLst/>
      </dsp:spPr>
      <dsp:style>
        <a:lnRef idx="2">
          <a:srgbClr val="000000"/>
        </a:lnRef>
        <a:fillRef idx="1">
          <a:srgbClr val="000000"/>
        </a:fillRef>
        <a:effectRef idx="0">
          <a:srgbClr val="000000"/>
        </a:effectRef>
        <a:fontRef idx="minor">
          <a:schemeClr val="lt1"/>
        </a:fontRef>
      </dsp:style>
    </dsp:sp>
    <dsp:sp modelId="{39087910-3F29-4E11-A512-FC640F1855CB}">
      <dsp:nvSpPr>
        <dsp:cNvPr id="1647006796" name=""/>
        <dsp:cNvSpPr/>
      </dsp:nvSpPr>
      <dsp:spPr bwMode="auto">
        <a:xfrm>
          <a:off x="3652" y="2193419"/>
          <a:ext cx="3885468" cy="582820"/>
        </a:xfrm>
        <a:prstGeom prst="rect">
          <a:avLst/>
        </a:prstGeom>
        <a:noFill/>
        <a:ln>
          <a:noFill/>
        </a:ln>
        <a:effectLst/>
      </dsp:spPr>
      <dsp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ts val="0"/>
            </a:spcBef>
            <a:spcAft>
              <a:spcPts val="0"/>
            </a:spcAft>
            <a:buNone/>
            <a:defRPr b="1"/>
          </a:pPr>
          <a:endParaRPr/>
        </a:p>
      </dsp:txBody>
      <dsp:txXfrm>
        <a:off x="3652" y="2193419"/>
        <a:ext cx="3885468" cy="582820"/>
      </dsp:txXfrm>
    </dsp:sp>
    <dsp:sp modelId="{4FEDAA2A-B7B1-4650-AA0D-7AD7F5826766}">
      <dsp:nvSpPr>
        <dsp:cNvPr id="1550577815" name=""/>
        <dsp:cNvSpPr/>
      </dsp:nvSpPr>
      <dsp:spPr bwMode="auto">
        <a:xfrm>
          <a:off x="3652" y="2829802"/>
          <a:ext cx="3885468" cy="566650"/>
        </a:xfrm>
        <a:prstGeom prst="rect">
          <a:avLst/>
        </a:prstGeom>
        <a:noFill/>
        <a:ln>
          <a:noFill/>
        </a:ln>
        <a:effectLst/>
      </dsp:spPr>
      <dsp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ts val="0"/>
            </a:spcBef>
            <a:spcAft>
              <a:spcPts val="0"/>
            </a:spcAft>
            <a:buNone/>
            <a:defRPr/>
          </a:pPr>
          <a:r>
            <a:rPr lang="en-US" sz="1700"/>
            <a:t>The Server is </a:t>
          </a:r>
          <a:r>
            <a:rPr lang="en-US" sz="1700" b="1"/>
            <a:t>honest</a:t>
          </a:r>
          <a:r>
            <a:rPr lang="de-DE" sz="1700" b="1"/>
            <a:t>,</a:t>
          </a:r>
          <a:r>
            <a:rPr lang="en-US" sz="1700" b="1"/>
            <a:t> but curious</a:t>
          </a:r>
          <a:endParaRPr lang="en-US" sz="1700"/>
        </a:p>
      </dsp:txBody>
      <dsp:txXfrm>
        <a:off x="3652" y="2829802"/>
        <a:ext cx="3885468" cy="566650"/>
      </dsp:txXfrm>
    </dsp:sp>
    <dsp:sp modelId="{A3D68BA3-666A-4709-99CC-0C398C9C6F6E}">
      <dsp:nvSpPr>
        <dsp:cNvPr id="1027316775" name=""/>
        <dsp:cNvSpPr/>
      </dsp:nvSpPr>
      <dsp:spPr bwMode="auto">
        <a:xfrm>
          <a:off x="4569078" y="718347"/>
          <a:ext cx="1359914" cy="1359914"/>
        </a:xfrm>
        <a:prstGeom prst="rect">
          <a:avLst/>
        </a:prstGeom>
        <a:blipFill rotWithShape="1">
          <a:blip r:embed="rId2"/>
          <a:stretch/>
        </a:blipFill>
        <a:ln w="25400" cap="flat" cmpd="sng" algn="ctr">
          <a:noFill/>
          <a:prstDash val="solid"/>
        </a:ln>
        <a:effectLst/>
      </dsp:spPr>
      <dsp:style>
        <a:lnRef idx="2">
          <a:srgbClr val="000000"/>
        </a:lnRef>
        <a:fillRef idx="1">
          <a:srgbClr val="000000"/>
        </a:fillRef>
        <a:effectRef idx="0">
          <a:srgbClr val="000000"/>
        </a:effectRef>
        <a:fontRef idx="minor">
          <a:schemeClr val="lt1"/>
        </a:fontRef>
      </dsp:style>
    </dsp:sp>
    <dsp:sp modelId="{A45DE040-80F8-4A94-A112-414F2EBE5D28}">
      <dsp:nvSpPr>
        <dsp:cNvPr id="2027855872" name=""/>
        <dsp:cNvSpPr/>
      </dsp:nvSpPr>
      <dsp:spPr bwMode="auto">
        <a:xfrm>
          <a:off x="4569078" y="2193419"/>
          <a:ext cx="3885468" cy="582820"/>
        </a:xfrm>
        <a:prstGeom prst="rect">
          <a:avLst/>
        </a:prstGeom>
        <a:noFill/>
        <a:ln>
          <a:noFill/>
        </a:ln>
        <a:effectLst/>
      </dsp:spPr>
      <dsp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ts val="0"/>
            </a:spcBef>
            <a:spcAft>
              <a:spcPts val="0"/>
            </a:spcAft>
            <a:buNone/>
            <a:defRPr b="1"/>
          </a:pPr>
          <a:endParaRPr/>
        </a:p>
      </dsp:txBody>
      <dsp:txXfrm>
        <a:off x="4569078" y="2193419"/>
        <a:ext cx="3885468" cy="582820"/>
      </dsp:txXfrm>
    </dsp:sp>
    <dsp:sp modelId="{8CF0F843-1F01-4893-A7D7-BEDFB9585EA2}">
      <dsp:nvSpPr>
        <dsp:cNvPr id="796601584" name=""/>
        <dsp:cNvSpPr/>
      </dsp:nvSpPr>
      <dsp:spPr bwMode="auto">
        <a:xfrm>
          <a:off x="4569078" y="2829802"/>
          <a:ext cx="3885468" cy="566650"/>
        </a:xfrm>
        <a:prstGeom prst="rect">
          <a:avLst/>
        </a:prstGeom>
        <a:noFill/>
        <a:ln>
          <a:noFill/>
        </a:ln>
        <a:effectLst/>
      </dsp:spPr>
      <dsp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ts val="0"/>
            </a:spcBef>
            <a:spcAft>
              <a:spcPts val="0"/>
            </a:spcAft>
            <a:buNone/>
            <a:defRPr/>
          </a:pPr>
          <a:r>
            <a:rPr lang="en-US" sz="1700"/>
            <a:t>Clients are </a:t>
          </a:r>
          <a:r>
            <a:rPr lang="en-US" sz="1700" b="1"/>
            <a:t>honest</a:t>
          </a:r>
          <a:endParaRPr lang="en-US" sz="1700"/>
        </a:p>
        <a:p>
          <a:pPr marL="0" lvl="0" indent="0" algn="l" defTabSz="755650">
            <a:lnSpc>
              <a:spcPct val="90000"/>
            </a:lnSpc>
            <a:spcBef>
              <a:spcPts val="0"/>
            </a:spcBef>
            <a:spcAft>
              <a:spcPts val="0"/>
            </a:spcAft>
            <a:buNone/>
            <a:defRPr/>
          </a:pPr>
          <mc:AlternateContent xmlns:mc="http://schemas.openxmlformats.org/markup-compatibility/2006" xmlns:m="http://schemas.openxmlformats.org/officeDocument/2006/math">
            <mc:Choice xmlns:a14="http://schemas.microsoft.com/office/drawing/2010/main" Requires="a14">
              <a14:m>
                <m:oMathPara>
                  <m:oMathParaPr/>
                  <m:oMath>
                    <m:r>
                      <m:rPr>
                        <m:sty m:val="i"/>
                      </m:rPr>
                      <a:rPr lang="en-US" sz="1700" u="none" strike="noStrike" cap="none" spc="0">
                        <a:solidFill>
                          <a:schemeClr val="tx1"/>
                        </a:solidFill>
                        <a:latin typeface="Cambria Math"/>
                        <a:ea typeface="Cambria Math"/>
                        <a:cs typeface="Cambria Math"/>
                      </a:rPr>
                      <m:t>η%</m:t>
                    </m:r>
                  </m:oMath>
                </m:oMathPara>
              </a14:m>
            </mc:Choice>
            <mc:Fallback/>
          </mc:AlternateContent>
          <a:r>
            <a:rPr lang="de-DE" sz="1700"/>
            <a:t> of the </a:t>
          </a:r>
          <a:r>
            <a:rPr lang="en-US" sz="1700"/>
            <a:t>clients are </a:t>
          </a:r>
          <a:r>
            <a:rPr lang="en-US" sz="1700" b="1"/>
            <a:t>malicious</a:t>
          </a:r>
          <a:endParaRPr lang="en-US" sz="1700"/>
        </a:p>
      </dsp:txBody>
      <dsp:txXfrm>
        <a:off x="4569078" y="2829802"/>
        <a:ext cx="3885468" cy="566650"/>
      </dsp:txXfrm>
    </dsp:sp>
  </dsp:spTree>
</dsp:drawing>
</file>

<file path=ppt/diagrams/drawing3.xml><?xml version="1.0" encoding="utf-8"?>
<dsp:drawing xmlns:dsp="http://schemas.microsoft.com/office/drawing/2008/diagram" xmlns:dgm="http://schemas.openxmlformats.org/drawingml/2006/diagram" xmlns:a="http://schemas.openxmlformats.org/drawingml/2006/main" xmlns:r="http://schemas.openxmlformats.org/officeDocument/2006/relationships">
  <dsp:spTree>
    <dsp:nvGrpSpPr>
      <dsp:cNvPr id="1002827698" name=""/>
      <dsp:cNvGrpSpPr/>
    </dsp:nvGrpSpPr>
    <dsp:grpSpPr bwMode="auto">
      <a:xfrm rot="0">
        <a:off x="0" y="0"/>
        <a:ext cx="8449408" cy="3912577"/>
        <a:chOff x="0" y="0"/>
        <a:chExt cx="8449408" cy="3912577"/>
      </a:xfrm>
    </dsp:grpSpPr>
    <dsp:sp modelId="{1D69EDD2-C4B0-4E37-BCF4-39F238ABAC2D}">
      <dsp:nvSpPr>
        <dsp:cNvPr id="449350969" name=""/>
        <dsp:cNvSpPr/>
      </dsp:nvSpPr>
      <dsp:spPr bwMode="auto">
        <a:xfrm>
          <a:off x="0" y="144335"/>
          <a:ext cx="8449408" cy="111760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rgbClr val="000000"/>
        </a:lnRef>
        <a:fillRef idx="1">
          <a:srgbClr val="000000"/>
        </a:fillRef>
        <a:effectRef idx="0">
          <a:srgbClr val="000000"/>
        </a:effectRef>
        <a:fontRef idx="minor"/>
      </dsp:style>
    </dsp:sp>
    <dsp:sp modelId="{0AF935DF-20B7-4A12-947D-742DBA2A8D42}">
      <dsp:nvSpPr>
        <dsp:cNvPr id="1472697308" name=""/>
        <dsp:cNvSpPr/>
      </dsp:nvSpPr>
      <dsp:spPr bwMode="auto">
        <a:xfrm>
          <a:off x="351721" y="354296"/>
          <a:ext cx="614683" cy="614683"/>
        </a:xfrm>
        <a:prstGeom prst="rect">
          <a:avLst/>
        </a:prstGeom>
        <a:blipFill rotWithShape="1">
          <a:blip r:embed="rId1"/>
          <a:stretch/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rgbClr val="000000"/>
        </a:lnRef>
        <a:fillRef idx="1">
          <a:srgbClr val="000000"/>
        </a:fillRef>
        <a:effectRef idx="0">
          <a:srgbClr val="000000"/>
        </a:effectRef>
        <a:fontRef idx="minor">
          <a:schemeClr val="lt1"/>
        </a:fontRef>
      </dsp:style>
    </dsp:sp>
    <dsp:sp modelId="{8C9B2490-3923-4DBD-908D-ED0202CBA46D}">
      <dsp:nvSpPr>
        <dsp:cNvPr id="1622391182" name=""/>
        <dsp:cNvSpPr/>
      </dsp:nvSpPr>
      <dsp:spPr bwMode="auto">
        <a:xfrm>
          <a:off x="1290835" y="143777"/>
          <a:ext cx="7158572" cy="1117606"/>
        </a:xfrm>
        <a:prstGeom prst="rect">
          <a:avLst/>
        </a:prstGeom>
        <a:noFill/>
        <a:ln>
          <a:noFill/>
        </a:ln>
        <a:effectLst/>
      </dsp:spPr>
      <dsp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minor"/>
      </dsp:style>
      <dsp:txBody>
        <a:bodyPr spcFirstLastPara="0" vert="horz" wrap="square" lIns="118279" tIns="118279" rIns="118279" bIns="118279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ts val="0"/>
            </a:spcBef>
            <a:spcAft>
              <a:spcPts val="0"/>
            </a:spcAft>
            <a:buNone/>
            <a:defRPr/>
          </a:pPr>
          <a:r>
            <a:rPr lang="en-US" sz="1500" b="1"/>
            <a:t>Isolation</a:t>
          </a:r>
          <a:r>
            <a:rPr lang="en-US" sz="1500"/>
            <a:t>: What is the </a:t>
          </a:r>
          <a:r>
            <a:rPr lang="en-US" sz="1500" b="1"/>
            <a:t>individual cost of each defense mechanism </a:t>
          </a:r>
          <a:r>
            <a:rPr lang="en-US" sz="1500"/>
            <a:t>(DP, Byzantine-robust aggregation, gradient compression) in terms of accuracy, communication overhead, and attack success rate, and do our results reproduce the published baselines?</a:t>
          </a:r>
          <a:endParaRPr/>
        </a:p>
      </dsp:txBody>
      <dsp:txXfrm>
        <a:off x="1290835" y="143777"/>
        <a:ext cx="7158572" cy="1117606"/>
      </dsp:txXfrm>
    </dsp:sp>
    <dsp:sp modelId="{959D76F9-841F-4422-8222-34FCCBEF7176}">
      <dsp:nvSpPr>
        <dsp:cNvPr id="535420814" name=""/>
        <dsp:cNvSpPr/>
      </dsp:nvSpPr>
      <dsp:spPr bwMode="auto">
        <a:xfrm>
          <a:off x="0" y="1397485"/>
          <a:ext cx="8449408" cy="111760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rgbClr val="000000"/>
        </a:lnRef>
        <a:fillRef idx="1">
          <a:srgbClr val="000000"/>
        </a:fillRef>
        <a:effectRef idx="0">
          <a:srgbClr val="000000"/>
        </a:effectRef>
        <a:fontRef idx="minor"/>
      </dsp:style>
    </dsp:sp>
    <dsp:sp modelId="{8203F35F-4A05-4422-A223-67D2DE489494}">
      <dsp:nvSpPr>
        <dsp:cNvPr id="1001569972" name=""/>
        <dsp:cNvSpPr/>
      </dsp:nvSpPr>
      <dsp:spPr bwMode="auto">
        <a:xfrm>
          <a:off x="338075" y="1648946"/>
          <a:ext cx="614683" cy="614683"/>
        </a:xfrm>
        <a:prstGeom prst="rect">
          <a:avLst/>
        </a:prstGeom>
        <a:blipFill rotWithShape="1">
          <a:blip r:embed="rId3"/>
          <a:stretch/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rgbClr val="000000"/>
        </a:lnRef>
        <a:fillRef idx="1">
          <a:srgbClr val="000000"/>
        </a:fillRef>
        <a:effectRef idx="0">
          <a:srgbClr val="000000"/>
        </a:effectRef>
        <a:fontRef idx="minor">
          <a:schemeClr val="lt1"/>
        </a:fontRef>
      </dsp:style>
    </dsp:sp>
    <dsp:sp modelId="{00B24CA7-2984-42D9-BABE-8E2E07396E47}">
      <dsp:nvSpPr>
        <dsp:cNvPr id="371990202" name=""/>
        <dsp:cNvSpPr/>
      </dsp:nvSpPr>
      <dsp:spPr bwMode="auto">
        <a:xfrm>
          <a:off x="1290835" y="1397485"/>
          <a:ext cx="7158572" cy="1117606"/>
        </a:xfrm>
        <a:prstGeom prst="rect">
          <a:avLst/>
        </a:prstGeom>
        <a:noFill/>
        <a:ln>
          <a:noFill/>
        </a:ln>
        <a:effectLst/>
      </dsp:spPr>
      <dsp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minor"/>
      </dsp:style>
      <dsp:txBody>
        <a:bodyPr spcFirstLastPara="0" vert="horz" wrap="square" lIns="118279" tIns="118279" rIns="118279" bIns="118279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ts val="0"/>
            </a:spcBef>
            <a:spcAft>
              <a:spcPts val="0"/>
            </a:spcAft>
            <a:buNone/>
            <a:defRPr/>
          </a:pPr>
          <a:r>
            <a:rPr lang="en-US" sz="1500" b="1"/>
            <a:t>Combination</a:t>
          </a:r>
          <a:r>
            <a:rPr lang="en-US" sz="1500"/>
            <a:t>: How do pairwise and full combinations of the three mechanisms interact? Do the costs compound additively, sub-additively, or super-additively?</a:t>
          </a:r>
          <a:endParaRPr/>
        </a:p>
      </dsp:txBody>
      <dsp:txXfrm>
        <a:off x="1290835" y="1397485"/>
        <a:ext cx="7158572" cy="1117606"/>
      </dsp:txXfrm>
    </dsp:sp>
    <dsp:sp modelId="{3505ADCB-AC2A-4447-A53C-EAB87C6D6CFD}">
      <dsp:nvSpPr>
        <dsp:cNvPr id="884549030" name=""/>
        <dsp:cNvSpPr/>
      </dsp:nvSpPr>
      <dsp:spPr bwMode="auto">
        <a:xfrm>
          <a:off x="0" y="2685303"/>
          <a:ext cx="8449408" cy="111760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rgbClr val="000000"/>
        </a:lnRef>
        <a:fillRef idx="1">
          <a:srgbClr val="000000"/>
        </a:fillRef>
        <a:effectRef idx="0">
          <a:srgbClr val="000000"/>
        </a:effectRef>
        <a:fontRef idx="minor"/>
      </dsp:style>
    </dsp:sp>
    <dsp:sp modelId="{394177A3-1B18-408A-8D13-8EFFE08A6C0D}">
      <dsp:nvSpPr>
        <dsp:cNvPr id="119927993" name=""/>
        <dsp:cNvSpPr/>
      </dsp:nvSpPr>
      <dsp:spPr bwMode="auto">
        <a:xfrm>
          <a:off x="331252" y="2916305"/>
          <a:ext cx="614683" cy="614683"/>
        </a:xfrm>
        <a:prstGeom prst="rect">
          <a:avLst/>
        </a:prstGeom>
        <a:blipFill rotWithShape="1">
          <a:blip r:embed="rId5"/>
          <a:stretch/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rgbClr val="000000"/>
        </a:lnRef>
        <a:fillRef idx="1">
          <a:srgbClr val="000000"/>
        </a:fillRef>
        <a:effectRef idx="0">
          <a:srgbClr val="000000"/>
        </a:effectRef>
        <a:fontRef idx="minor">
          <a:schemeClr val="lt1"/>
        </a:fontRef>
      </dsp:style>
    </dsp:sp>
    <dsp:sp modelId="{8A5F447B-0A15-4921-A425-AE894EC82B7F}">
      <dsp:nvSpPr>
        <dsp:cNvPr id="1450530160" name=""/>
        <dsp:cNvSpPr/>
      </dsp:nvSpPr>
      <dsp:spPr bwMode="auto">
        <a:xfrm>
          <a:off x="1290835" y="2678485"/>
          <a:ext cx="7158572" cy="1117606"/>
        </a:xfrm>
        <a:prstGeom prst="rect">
          <a:avLst/>
        </a:prstGeom>
        <a:noFill/>
        <a:ln>
          <a:noFill/>
        </a:ln>
        <a:effectLst/>
      </dsp:spPr>
      <dsp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minor"/>
      </dsp:style>
      <dsp:txBody>
        <a:bodyPr spcFirstLastPara="0" vert="horz" wrap="square" lIns="118279" tIns="118279" rIns="118279" bIns="118279" numCol="1" spcCol="1270" anchor="ctr" anchorCtr="0">
          <a:noAutofit/>
        </a:bodyPr>
        <a:lstStyle/>
        <a:p>
          <a:pPr>
            <a:defRPr/>
          </a:pPr>
          <a:r>
            <a:rPr lang="en-US" sz="1500" b="1" i="0" u="none" strike="noStrike" cap="none" spc="0">
              <a:solidFill>
                <a:schemeClr val="tx1"/>
              </a:solidFill>
              <a:latin typeface="Calibri"/>
              <a:ea typeface="Calibri"/>
              <a:cs typeface="Calibri"/>
            </a:rPr>
            <a:t> Trust and Privacy: </a:t>
          </a:r>
          <a:r>
            <a:rPr lang="en-US" sz="1500" b="0" i="0" u="none" strike="noStrike" cap="none" spc="0">
              <a:solidFill>
                <a:schemeClr val="tx1"/>
              </a:solidFill>
              <a:latin typeface="Calibri"/>
              <a:ea typeface="Calibri"/>
              <a:cs typeface="Calibri"/>
            </a:rPr>
            <a:t>How do the trust scores as</a:t>
          </a:r>
          <a:r>
            <a:rPr lang="en-US" sz="1500" b="0" i="0" u="none" strike="noStrike" cap="none" spc="0">
              <a:solidFill>
                <a:schemeClr val="tx1"/>
              </a:solidFill>
              <a:latin typeface="Calibri"/>
              <a:ea typeface="Calibri"/>
              <a:cs typeface="Calibri"/>
            </a:rPr>
            <a:t>signed by FLTrust evolve throughout training, and</a:t>
          </a:r>
          <a:r>
            <a:rPr lang="de-DE" b="0"/>
            <a:t> </a:t>
          </a:r>
          <a:r>
            <a:rPr lang="en-US" sz="1500" b="0" i="0" u="none" strike="noStrike" cap="none" spc="0">
              <a:solidFill>
                <a:schemeClr val="tx1"/>
              </a:solidFill>
              <a:latin typeface="Calibri"/>
              <a:ea typeface="Calibri"/>
              <a:cs typeface="Calibri"/>
            </a:rPr>
            <a:t>what do they reveal about the interaction between</a:t>
          </a:r>
          <a:r>
            <a:rPr lang="de-DE" b="0"/>
            <a:t> </a:t>
          </a:r>
          <a:r>
            <a:rPr lang="en-US" sz="1500" b="0" i="0" u="none" strike="noStrike" cap="none" spc="0">
              <a:solidFill>
                <a:schemeClr val="tx1"/>
              </a:solidFill>
              <a:latin typeface="Calibri"/>
              <a:ea typeface="Calibri"/>
              <a:cs typeface="Calibri"/>
            </a:rPr>
            <a:t>privacy, robustness, and model performance?</a:t>
          </a:r>
          <a:endParaRPr lang="en-US" sz="1500" b="1" i="0" u="none" strike="noStrike" cap="none" spc="0">
            <a:solidFill>
              <a:schemeClr val="tx1"/>
            </a:solidFill>
            <a:latin typeface="Calibri"/>
            <a:cs typeface="Calibri"/>
          </a:endParaRPr>
        </a:p>
      </dsp:txBody>
      <dsp:txXfrm>
        <a:off x="1290835" y="2678485"/>
        <a:ext cx="7158572" cy="111760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xmlns:r="http://schemas.openxmlformats.org/officeDocument/2006/relationships" uniqueId="urn:microsoft.com/office/officeart/2016/7/layout/VerticalSolidActionList">
  <dgm:title val="Vertical Solid Action List"/>
  <dgm:desc val="Use to show non-sequential or grouped lists of information. Works well with large amounts of text. All text has the same level of emphasis, and direction is not implied."/>
  <dgm:catLst>
    <dgm:cat type="list" pri="500"/>
  </dgm:catLst>
  <dgm:sampData>
    <dgm:dataModel>
      <dgm:ptLst>
        <dgm:pt modelId="0" type="doc"/>
        <dgm:pt modelId="1" type="node">
          <dgm:prSet phldr="1"/>
        </dgm:pt>
        <dgm:pt modelId="11" type="node">
          <dgm:prSet phldr="1"/>
        </dgm:pt>
        <dgm:pt modelId="2" type="node">
          <dgm:prSet phldr="1"/>
        </dgm:pt>
        <dgm:pt modelId="21" type="node">
          <dgm:prSet phldr="1"/>
        </dgm:pt>
        <dgm:pt modelId="3" type="node">
          <dgm:prSet phldr="1"/>
        </dgm:pt>
        <dgm:pt modelId="31" type="node">
          <dgm:prSet phldr="1"/>
        </dgm:pt>
        <dgm:pt modelId="4" type="node">
          <dgm:prSet phldr="1"/>
        </dgm:pt>
        <dgm:pt modelId="41" type="node">
          <dgm:prSet phldr="1"/>
        </dgm:pt>
        <dgm:pt modelId="5" type="node">
          <dgm:prSet phldr="1"/>
        </dgm:pt>
        <dgm:pt modelId="51" type="node">
          <dgm:prSet phldr="1"/>
        </dgm:pt>
      </dgm:ptLst>
      <dgm:cxnLst>
        <dgm:cxn modelId="4" type="parOf" srcId="0" destId="1" srcOrd="0" destOrd="0"/>
        <dgm:cxn modelId="5" type="parOf" srcId="0" destId="2" srcOrd="1" destOrd="0"/>
        <dgm:cxn modelId="6" type="parOf" srcId="0" destId="3" srcOrd="2" destOrd="0"/>
        <dgm:cxn modelId="7" type="parOf" srcId="0" destId="4" srcOrd="3" destOrd="0"/>
        <dgm:cxn modelId="8" type="parOf" srcId="0" destId="5" srcOrd="4" destOrd="0"/>
        <dgm:cxn modelId="13" type="parOf" srcId="1" destId="11" srcOrd="0" destOrd="0"/>
        <dgm:cxn modelId="23" type="parOf" srcId="2" destId="21" srcOrd="0" destOrd="0"/>
        <dgm:cxn modelId="33" type="parOf" srcId="3" destId="31" srcOrd="0" destOrd="0"/>
        <dgm:cxn modelId="43" type="parOf" srcId="4" destId="41" srcOrd="0" destOrd="0"/>
        <dgm:cxn modelId="53" type="parOf" srcId="5" destId="51" srcOrd="0" destOrd="0"/>
      </dgm:cxnLst>
      <dgm:bg/>
      <dgm:whole/>
    </dgm:dataModel>
  </dgm:sampData>
  <dgm:styleData>
    <dgm:dataModel>
      <dgm:ptLst>
        <dgm:pt modelId="0" type="doc"/>
        <dgm:pt modelId="1" type="node"/>
        <dgm:pt modelId="11" type="node"/>
        <dgm:pt modelId="2" type="node"/>
        <dgm:pt modelId="21" type="node"/>
      </dgm:ptLst>
      <dgm:cxnLst>
        <dgm:cxn modelId="4" type="parOf" srcId="0" destId="1" srcOrd="0" destOrd="0"/>
        <dgm:cxn modelId="5" type="parOf" srcId="0" destId="2" srcOrd="1" destOrd="0"/>
        <dgm:cxn modelId="13" type="parOf" srcId="1" destId="11" srcOrd="0" destOrd="0"/>
        <dgm:cxn modelId="23" type="parOf" srcId="2" destId="21" srcOrd="0" destOrd="0"/>
      </dgm:cxnLst>
      <dgm:bg/>
      <dgm:whole/>
    </dgm:dataModel>
  </dgm:styleData>
  <dgm:clrData>
    <dgm:dataModel>
      <dgm:ptLst>
        <dgm:pt modelId="0" type="doc"/>
        <dgm:pt modelId="1" type="node"/>
        <dgm:pt modelId="11" type="node"/>
        <dgm:pt modelId="2" type="node"/>
        <dgm:pt modelId="21" type="node"/>
        <dgm:pt modelId="3" type="node"/>
        <dgm:pt modelId="31" type="node"/>
        <dgm:pt modelId="4" type="node"/>
        <dgm:pt modelId="41" type="node"/>
      </dgm:ptLst>
      <dgm:cxnLst>
        <dgm:cxn modelId="5" type="parOf" srcId="0" destId="1" srcOrd="0" destOrd="0"/>
        <dgm:cxn modelId="6" type="parOf" srcId="0" destId="2" srcOrd="1" destOrd="0"/>
        <dgm:cxn modelId="7" type="parOf" srcId="0" destId="3" srcOrd="2" destOrd="0"/>
        <dgm:cxn modelId="8" type="parOf" srcId="0" destId="4" srcOrd="3" destOrd="0"/>
        <dgm:cxn modelId="13" type="parOf" srcId="1" destId="11" srcOrd="0" destOrd="0"/>
        <dgm:cxn modelId="23" type="parOf" srcId="2" destId="21" srcOrd="0" destOrd="0"/>
        <dgm:cxn modelId="33" type="parOf" srcId="3" destId="31" srcOrd="0" destOrd="0"/>
        <dgm:cxn modelId="43" type="parOf" srcId="4" destId="41" srcOrd="0" destOrd="0"/>
      </dgm:cxnLst>
      <dgm:bg/>
      <dgm:whole/>
    </dgm:dataModel>
  </dgm:clrData>
  <dgm:layoutNode name="Name0">
    <dgm:shape rot="0.000000" type="none" r:blip="" blipPhldr="0" lkTxEntry="0" zOrderOff="0" hideGeom="0">
      <dgm:adjLst/>
    </dgm:shape>
    <dgm:presOf/>
    <dgm:constrLst>
      <dgm:constr type="h" for="ch" forName="linNode" ptType="all" refPtType="all" refType="h" refFor="self" op="none" fact="1.000000" val="0"/>
      <dgm:constr type="w" for="ch" forName="linNode" ptType="all" refPtType="all" refType="w" refFor="self" op="none" fact="1.000000" val="0"/>
      <dgm:constr type="h" for="ch" forName="sp" ptType="all" refPtType="all" refType="h" refFor="self" op="none" fact="0.060000" val="0"/>
      <dgm:constr type="primFontSz" for="des" forName="parentText" ptType="all" refPtType="all" refType="none" refFor="self" op="equ" fact="1.000000" val="28"/>
      <dgm:constr type="primFontSz" for="des" forName="descendantText" ptType="all" refPtType="all" refType="primFontSz" refFor="des" refForName="parentText" op="lte" fact="0.820000" val="0"/>
      <dgm:constr type="primFontSz" for="des" forName="parentText" ptType="all" refPtType="all" refType="primFontSz" refFor="des" refForName="descendantText" op="lte" fact="1.250000" val="0"/>
    </dgm:constrLst>
    <dgm:ruleLst/>
    <dgm:varLst>
      <dgm:dir val="norm"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forEach name="Name4" axis="ch" ptType="node">
      <dgm:layoutNode name="linNode">
        <dgm:shape rot="0.000000" type="none" r:blip="" blipPhldr="0" lkTxEntry="0" zOrderOff="0" hideGeom="0">
          <dgm:adjLst/>
        </dgm:shape>
        <dgm:presOf/>
        <dgm:constrLst>
          <dgm:constr type="w" for="ch" forName="parentText" ptType="all" refPtType="all" refType="w" refFor="self" op="none" fact="0.200000" val="0"/>
          <dgm:constr type="w" for="ch" forName="descendantText" ptType="all" refPtType="all" refType="w" refFor="self" op="none" fact="0.800000" val="0"/>
          <dgm:constr type="h" for="ch" forName="parentText" ptType="all" refPtType="all" refType="h" refFor="self" op="none" fact="1.000000" val="0"/>
          <dgm:constr type="h" for="ch" forName="descendantText" ptType="all" refPtType="all" refType="h" refFor="ch" refForName="parentText" op="none" fact="1.000000" val="0"/>
        </dgm:constrLst>
        <dgm:ruleLst/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layoutNode name="parentText" styleLbl="alignNode1">
          <dgm:alg type="tx"/>
          <dgm:shape rot="0.000000" type="rect" r:blip="" blipPhldr="0" lkTxEntry="0" zOrderOff="3" hideGeom="0">
            <dgm:adjLst/>
          </dgm:shape>
          <dgm:presOf axis="self" ptType="node"/>
          <dgm:constrLst>
            <dgm:constr type="tMarg" for="self" ptType="all" refPtType="all" refType="h" refFor="self" op="none" fact="0.280000" val="0"/>
            <dgm:constr type="bMarg" for="self" ptType="all" refPtType="all" refType="h" refFor="self" op="none" fact="0.280000" val="0"/>
            <dgm:constr type="lMarg" for="self" ptType="all" refPtType="all" refType="w" refFor="self" op="none" fact="0.150000" val="0"/>
            <dgm:constr type="rMarg" for="self" ptType="all" refPtType="all" refType="w" refFor="self" op="none" fact="0.150000" val="0"/>
          </dgm:constrLst>
          <dgm:ruleLst>
            <dgm:rule type="primFontSz" for="self" ptType="all" val="15" fact="NaN" max="NaN"/>
          </dgm:ruleLst>
          <dgm:varLst>
            <dgm:chMax val="1"/>
            <dgm:bulletEnabled val="0"/>
          </dgm:varLst>
        </dgm:layoutNode>
        <dgm:layoutNode name="descendantText" styleLbl="alignAccFollowNode1">
          <dgm:alg type="tx">
            <dgm:param type="stBulletLvl" val="0"/>
            <dgm:param type="parTxLTRAlign" val="l"/>
            <dgm:param type="shpTxLTRAlignCh" val="l"/>
            <dgm:param type="parTxRTLAlign" val="r"/>
            <dgm:param type="shpTxRTLAlignCh" val="r"/>
          </dgm:alg>
          <dgm:presOf axis="des" ptType="node"/>
          <dgm:constrLst>
            <dgm:constr type="primFontSz" for="self" ptType="all" refPtType="all" refType="none" refFor="self" op="none" fact="1.000000" val="24"/>
            <dgm:constr type="lMarg" for="self" ptType="all" refPtType="all" refType="w" refFor="self" op="none" fact="0.055000" val="0"/>
            <dgm:constr type="rMarg" for="self" ptType="all" refPtType="all" refType="w" refFor="self" op="none" fact="0.055000" val="0"/>
            <dgm:constr type="tMarg" for="self" ptType="all" refPtType="all" refType="h" refFor="self" op="none" fact="0.720000" val="0"/>
            <dgm:constr type="bMarg" for="self" ptType="all" refPtType="all" refType="h" refFor="self" op="none" fact="0.720000" val="0"/>
          </dgm:constrLst>
          <dgm:ruleLst>
            <dgm:rule type="primFontSz" for="self" ptType="all" val="11" fact="NaN" max="NaN"/>
          </dgm:ruleLst>
          <dgm:varLst>
            <dgm:bulletEnabled val="0"/>
          </dgm:varLst>
          <dgm:choose name="Name10">
            <dgm:if name="Name11" func="var" arg="dir" op="equ" val="norm">
              <dgm:shape rot="0.000000" type="rect" r:blip="" blipPhldr="0" lkTxEntry="0" zOrderOff="0" hideGeom="0">
                <dgm:adjLst/>
              </dgm:shape>
            </dgm:if>
            <dgm:else name="Name12">
              <dgm:shape rot="0.000000" type="rect" r:blip="" blipPhldr="0" lkTxEntry="0" zOrderOff="0" hideGeom="0">
                <dgm:adjLst/>
              </dgm:shape>
            </dgm:else>
          </dgm:choose>
        </dgm:layoutNode>
      </dgm:layoutNode>
      <dgm:forEach name="Name14" axis="followSib" ptType="sibTrans" cnt="1">
        <dgm:layoutNode name="sp">
          <dgm:alg type="sp"/>
          <dgm:shape rot="0.000000" type="none" r:blip="" blipPhldr="0" lkTxEntry="0" zOrderOff="0" hideGeom="0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xmlns:r="http://schemas.openxmlformats.org/officeDocument/2006/relationships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shape rot="0.000000" type="none" r:blip="" blipPhldr="0" lkTxEntry="0" zOrderOff="0" hideGeom="0">
      <dgm:adjLst/>
    </dgm:shape>
    <dgm:presOf/>
    <dgm:constrLst>
      <dgm:constr type="h" for="ch" forName="compNode" ptType="all" refPtType="all" refType="h" refFor="self" op="none" fact="0.450000" val="0"/>
      <dgm:constr type="w" for="ch" forName="compNode" ptType="all" refPtType="all" refType="none" refFor="self" op="none" fact="1.000000" val="120"/>
      <dgm:constr type="w" for="ch" forName="sibTrans" ptType="all" refPtType="all" refType="w" refFor="ch" refForName="compNode" op="none" fact="0.175000" val="0"/>
      <dgm:constr type="primFontSz" for="des" forName="parTx" ptType="all" refPtType="all" refType="none" refFor="self" op="none" fact="1.000000" val="36"/>
      <dgm:constr type="primFontSz" for="des" forName="desTx" ptType="all" refPtType="all" refType="primFontSz" refFor="des" refForName="parTx" op="lte" fact="0.750000" val="0"/>
      <dgm:constr type="h" for="des" forName="compNode" ptType="all" refPtType="all" refType="none" refFor="self" op="equ" fact="1.000000" val="0"/>
      <dgm:constr type="h" for="des" forName="iconRect" ptType="all" refPtType="all" refType="none" refFor="self" op="equ" fact="1.000000" val="0"/>
      <dgm:constr type="w" for="des" forName="iconRect" ptType="all" refPtType="all" refType="none" refFor="self" op="equ" fact="1.000000" val="0"/>
      <dgm:constr type="h" for="des" forName="iconSpace" ptType="all" refPtType="all" refType="none" refFor="self" op="equ" fact="1.000000" val="0"/>
      <dgm:constr type="h" for="des" forName="parTx" ptType="all" refPtType="all" refType="none" refFor="self" op="equ" fact="1.000000" val="0"/>
      <dgm:constr type="h" for="des" forName="txSpace" ptType="all" refPtType="all" refType="none" refFor="self" op="equ" fact="1.000000" val="0"/>
      <dgm:constr type="h" for="des" forName="desTx" ptType="all" refPtType="all" refType="none" refFor="self" op="equ" fact="1.000000" val="0"/>
    </dgm:constrLst>
    <dgm:ruleLst>
      <dgm:rule type="w" for="ch" forName="compNode" ptType="all" val="0" fact="NaN" max="NaN"/>
    </dgm:ruleLst>
    <dgm:varLst>
      <dgm:dir val="norm"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forEach name="Name3" axis="ch" ptType="node">
      <dgm:layoutNode name="compNode">
        <dgm:alg type="composite"/>
        <dgm:shape rot="0.000000" type="none" r:blip="" blipPhldr="0" lkTxEntry="0" zOrderOff="0" hideGeom="0">
          <dgm:adjLst/>
        </dgm:shape>
        <dgm:presOf axis="self"/>
        <dgm:constrLst>
          <dgm:constr type="w" for="ch" forName="iconRect" ptType="all" refPtType="all" refType="w" refFor="self" op="none" fact="0.350000" val="0"/>
          <dgm:constr type="h" for="ch" forName="iconRect" ptType="all" refPtType="all" refType="w" refFor="ch" refForName="iconRect" op="none" fact="1.000000" val="0"/>
          <dgm:constr type="l" for="ch" forName="iconRect" ptType="all" refPtType="all" refType="none" refFor="self" op="none" fact="1.000000" val="0"/>
          <dgm:constr type="t" for="ch" forName="iconRect" ptType="all" refPtType="all" refType="none" refFor="self" op="none" fact="1.000000" val="0"/>
          <dgm:constr type="w" for="ch" forName="iconSpace" ptType="all" refPtType="all" refType="w" refFor="self" op="none" fact="1.000000" val="0"/>
          <dgm:constr type="h" for="ch" forName="iconSpace" ptType="all" refPtType="all" refType="h" refFor="self" op="none" fact="0.043000" val="0"/>
          <dgm:constr type="l" for="ch" forName="iconSpace" ptType="all" refPtType="all" refType="none" refFor="self" op="none" fact="1.000000" val="0"/>
          <dgm:constr type="t" for="ch" forName="iconSpace" ptType="all" refPtType="all" refType="b" refFor="ch" refForName="iconRect" op="none" fact="1.000000" val="0"/>
          <dgm:constr type="w" for="ch" forName="parTx" ptType="all" refPtType="all" refType="w" refFor="self" op="none" fact="1.000000" val="0"/>
          <dgm:constr type="h" for="ch" forName="parTx" ptType="all" refPtType="all" refType="w" refFor="self" op="none" fact="0.150000" val="0"/>
          <dgm:constr type="l" for="ch" forName="parTx" ptType="all" refPtType="all" refType="none" refFor="self" op="none" fact="1.000000" val="0"/>
          <dgm:constr type="t" for="ch" forName="parTx" ptType="all" refPtType="all" refType="b" refFor="ch" refForName="iconSpace" op="none" fact="1.000000" val="0"/>
          <dgm:constr type="h" for="ch" forName="txSpace" ptType="all" refPtType="all" refType="h" refFor="self" op="none" fact="0.020000" val="0"/>
          <dgm:constr type="w" for="ch" forName="txSpace" ptType="all" refPtType="all" refType="w" refFor="self" op="none" fact="1.000000" val="0"/>
          <dgm:constr type="l" for="ch" forName="txSpace" ptType="all" refPtType="all" refType="none" refFor="self" op="none" fact="1.000000" val="0"/>
          <dgm:constr type="t" for="ch" forName="txSpace" ptType="all" refPtType="all" refType="b" refFor="ch" refForName="parTx" op="none" fact="1.000000" val="0"/>
          <dgm:constr type="w" for="ch" forName="desTx" ptType="all" refPtType="all" refType="w" refFor="self" op="none" fact="1.000000" val="0"/>
          <dgm:constr type="l" for="ch" forName="desTx" ptType="all" refPtType="all" refType="none" refFor="self" op="none" fact="1.000000" val="0"/>
          <dgm:constr type="t" for="ch" forName="desTx" ptType="all" refPtType="all" refType="b" refFor="ch" refForName="txSpace" op="none" fact="1.000000" val="0"/>
        </dgm:constrLst>
        <dgm:ruleLst>
          <dgm:rule type="h" for="self" ptType="all" val="INF" fact="NaN" max="NaN"/>
        </dgm:ruleLst>
        <dgm:layoutNode name="iconRect" styleLbl="node1">
          <dgm:alg type="sp"/>
          <dgm:shape rot="0.000000" type="rect" r:blip="" blipPhldr="1" lkTxEntry="0" zOrderOff="0" hideGeom="0">
            <dgm:adjLst/>
          </dgm:shape>
          <dgm:presOf/>
          <dgm:constrLst/>
          <dgm:ruleLst/>
        </dgm:layoutNode>
        <dgm:layoutNode name="iconSpace">
          <dgm:alg type="sp"/>
          <dgm:shape rot="0.000000" type="none" r:blip="" blipPhldr="0" lkTxEntry="0" zOrderOff="0" hideGeom="0">
            <dgm:adjLst/>
          </dgm:shape>
          <dgm:presOf/>
          <dgm:constrLst/>
          <dgm:ruleLst/>
        </dgm:layoutNode>
        <dgm:layoutNode name="parTx" styleLbl="revTx"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rot="0.000000" type="rect" r:blip="" blipPhldr="0" lkTxEntry="0" zOrderOff="0" hideGeom="0">
            <dgm:adjLst/>
          </dgm:shape>
          <dgm:presOf axis="self" ptType="node"/>
          <dgm:constrLst>
            <dgm:constr type="lMarg" for="self" ptType="all" refPtType="all" refType="none" refFor="self" op="none" fact="1.000000" val="0"/>
            <dgm:constr type="rMarg" for="self" ptType="all" refPtType="all" refType="none" refFor="self" op="none" fact="1.000000" val="0"/>
            <dgm:constr type="tMarg" for="self" ptType="all" refPtType="all" refType="none" refFor="self" op="none" fact="1.000000" val="0"/>
            <dgm:constr type="bMarg" for="self" ptType="all" refPtType="all" refType="none" refFor="self" op="none" fact="1.000000" val="0"/>
          </dgm:constrLst>
          <dgm:ruleLst>
            <dgm:rule type="primFontSz" for="self" ptType="all" val="14" fact="NaN" max="NaN"/>
            <dgm:rule type="h" for="self" ptType="all" val="INF" fact="NaN" max="NaN"/>
          </dgm:ruleLst>
          <dgm:varLst>
            <dgm:chMax val="0"/>
            <dgm:chPref val="0"/>
          </dgm:varLst>
        </dgm:layoutNode>
        <dgm:layoutNode name="txSpace">
          <dgm:alg type="sp"/>
          <dgm:shape rot="0.000000" type="none" r:blip="" blipPhldr="0" lkTxEntry="0" zOrderOff="0" hideGeom="0">
            <dgm:adjLst/>
          </dgm:shape>
          <dgm:presOf/>
          <dgm:constrLst/>
          <dgm:ruleLst/>
        </dgm:layoutNode>
        <dgm:layoutNode name="desTx" styleLbl="revTx"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rot="0.000000" type="rect" r:blip="" blipPhldr="0" lkTxEntry="0" zOrderOff="0" hideGeom="0">
            <dgm:adjLst/>
          </dgm:shape>
          <dgm:presOf axis="des" ptType="node"/>
          <dgm:constrLst>
            <dgm:constr type="secFontSz" for="self" ptType="all" refPtType="all" refType="primFontSz" refFor="self" op="none" fact="1.000000" val="0"/>
            <dgm:constr type="lMarg" for="self" ptType="all" refPtType="all" refType="none" refFor="self" op="none" fact="1.000000" val="0"/>
            <dgm:constr type="rMarg" for="self" ptType="all" refPtType="all" refType="none" refFor="self" op="none" fact="1.000000" val="0"/>
            <dgm:constr type="tMarg" for="self" ptType="all" refPtType="all" refType="none" refFor="self" op="none" fact="1.000000" val="0"/>
            <dgm:constr type="bMarg" for="self" ptType="all" refPtType="all" refType="none" refFor="self" op="none" fact="1.000000" val="0"/>
          </dgm:constrLst>
          <dgm:ruleLst>
            <dgm:rule type="primFontSz" for="self" ptType="all" val="NaN" fact="NaN" max="17"/>
            <dgm:rule type="h" for="self" ptType="all" val="INF" fact="NaN" max="NaN"/>
          </dgm:ruleLst>
          <dgm:varLst/>
        </dgm:layoutNode>
      </dgm:layoutNode>
      <dgm:forEach name="Name4" axis="followSib" ptType="sibTrans" cnt="1">
        <dgm:layoutNode name="sibTrans">
          <dgm:alg type="sp"/>
          <dgm:shape rot="0.000000" type="none" r:blip="" blipPhldr="0" lkTxEntry="0" zOrderOff="0" hideGeom="0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xmlns:r="http://schemas.openxmlformats.org/officeDocument/2006/relationships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shape rot="0.000000" type="none" r:blip="" blipPhldr="0" lkTxEntry="0" zOrderOff="0" hideGeom="0">
      <dgm:adjLst/>
    </dgm:shape>
    <dgm:presOf/>
    <dgm:ruleLst>
      <dgm:rule type="h" for="ch" forName="compNode" ptType="all" val="0" fact="NaN" max="NaN"/>
    </dgm:ruleLst>
    <dgm:varLst>
      <dgm:dir val="norm"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choose name="Name3">
      <dgm:if name="Name4" axis="ch" ptType="node" func="cnt" arg="none" op="lte" val="3">
        <dgm:constrLst>
          <dgm:constr type="h" for="ch" forName="compNode" ptType="all" refPtType="all" refType="h" refFor="self" op="none" fact="0.300000" val="0"/>
          <dgm:constr type="w" for="ch" forName="compNode" ptType="all" refPtType="all" refType="w" refFor="self" op="none" fact="1.000000" val="0"/>
          <dgm:constr type="h" for="ch" forName="sibTrans" ptType="all" refPtType="all" refType="h" refFor="ch" refForName="compNode" op="none" fact="0.250000" val="0"/>
          <dgm:constr type="primFontSz" for="des" forName="parTx" ptType="all" refPtType="all" refType="none" refFor="self" op="none" fact="1.000000" val="25"/>
          <dgm:constr type="primFontSz" for="des" forName="desTx" ptType="all" refPtType="all" refType="primFontSz" refFor="des" refForName="parTx" op="lte" fact="0.750000" val="0"/>
          <dgm:constr type="h" for="des" forName="compNode" ptType="all" refPtType="all" refType="none" refFor="self" op="equ" fact="1.000000" val="0"/>
          <dgm:constr type="h" for="des" forName="bgRect" ptType="all" refPtType="all" refType="none" refFor="self" op="equ" fact="1.000000" val="0"/>
          <dgm:constr type="h" for="des" forName="iconRect" ptType="all" refPtType="all" refType="none" refFor="self" op="equ" fact="1.000000" val="0"/>
          <dgm:constr type="w" for="des" forName="iconRect" ptType="all" refPtType="all" refType="none" refFor="self" op="equ" fact="1.000000" val="0"/>
          <dgm:constr type="h" for="des" forName="spaceRect" ptType="all" refPtType="all" refType="none" refFor="self" op="equ" fact="1.000000" val="0"/>
          <dgm:constr type="h" for="des" forName="parTx" ptType="all" refPtType="all" refType="none" refFor="self" op="equ" fact="1.000000" val="0"/>
          <dgm:constr type="h" for="des" forName="desTx" ptType="all" refPtType="all" refType="none" refFor="self" op="equ" fact="1.000000" val="0"/>
        </dgm:constrLst>
      </dgm:if>
      <dgm:if name="Name5" axis="ch" ptType="node" func="cnt" arg="none" op="lte" val="4">
        <dgm:constrLst>
          <dgm:constr type="h" for="ch" forName="compNode" ptType="all" refPtType="all" refType="h" refFor="self" op="none" fact="0.300000" val="0"/>
          <dgm:constr type="w" for="ch" forName="compNode" ptType="all" refPtType="all" refType="w" refFor="self" op="none" fact="1.000000" val="0"/>
          <dgm:constr type="h" for="ch" forName="sibTrans" ptType="all" refPtType="all" refType="h" refFor="ch" refForName="compNode" op="none" fact="0.250000" val="0"/>
          <dgm:constr type="primFontSz" for="des" forName="parTx" ptType="all" refPtType="all" refType="none" refFor="self" op="none" fact="1.000000" val="22"/>
          <dgm:constr type="primFontSz" for="des" forName="desTx" ptType="all" refPtType="all" refType="primFontSz" refFor="des" refForName="parTx" op="lte" fact="0.750000" val="0"/>
          <dgm:constr type="h" for="des" forName="compNode" ptType="all" refPtType="all" refType="none" refFor="self" op="equ" fact="1.000000" val="0"/>
          <dgm:constr type="h" for="des" forName="bgRect" ptType="all" refPtType="all" refType="none" refFor="self" op="equ" fact="1.000000" val="0"/>
          <dgm:constr type="h" for="des" forName="iconRect" ptType="all" refPtType="all" refType="none" refFor="self" op="equ" fact="1.000000" val="0"/>
          <dgm:constr type="w" for="des" forName="iconRect" ptType="all" refPtType="all" refType="none" refFor="self" op="equ" fact="1.000000" val="0"/>
          <dgm:constr type="h" for="des" forName="spaceRect" ptType="all" refPtType="all" refType="none" refFor="self" op="equ" fact="1.000000" val="0"/>
          <dgm:constr type="h" for="des" forName="parTx" ptType="all" refPtType="all" refType="none" refFor="self" op="equ" fact="1.000000" val="0"/>
          <dgm:constr type="h" for="des" forName="desTx" ptType="all" refPtType="all" refType="none" refFor="self" op="equ" fact="1.000000" val="0"/>
        </dgm:constrLst>
      </dgm:if>
      <dgm:if name="Name6" axis="ch" ptType="node" func="cnt" arg="none" op="lte" val="6">
        <dgm:constrLst>
          <dgm:constr type="h" for="ch" forName="compNode" ptType="all" refPtType="all" refType="h" refFor="self" op="none" fact="0.300000" val="0"/>
          <dgm:constr type="w" for="ch" forName="compNode" ptType="all" refPtType="all" refType="w" refFor="self" op="none" fact="1.000000" val="0"/>
          <dgm:constr type="h" for="ch" forName="sibTrans" ptType="all" refPtType="all" refType="h" refFor="ch" refForName="compNode" op="none" fact="0.250000" val="0"/>
          <dgm:constr type="primFontSz" for="des" forName="parTx" ptType="all" refPtType="all" refType="none" refFor="self" op="none" fact="1.000000" val="19"/>
          <dgm:constr type="primFontSz" for="des" forName="desTx" ptType="all" refPtType="all" refType="primFontSz" refFor="des" refForName="parTx" op="lte" fact="0.750000" val="0"/>
          <dgm:constr type="h" for="des" forName="compNode" ptType="all" refPtType="all" refType="none" refFor="self" op="equ" fact="1.000000" val="0"/>
          <dgm:constr type="h" for="des" forName="bgRect" ptType="all" refPtType="all" refType="none" refFor="self" op="equ" fact="1.000000" val="0"/>
          <dgm:constr type="h" for="des" forName="iconRect" ptType="all" refPtType="all" refType="none" refFor="self" op="equ" fact="1.000000" val="0"/>
          <dgm:constr type="w" for="des" forName="iconRect" ptType="all" refPtType="all" refType="none" refFor="self" op="equ" fact="1.000000" val="0"/>
          <dgm:constr type="h" for="des" forName="spaceRect" ptType="all" refPtType="all" refType="none" refFor="self" op="equ" fact="1.000000" val="0"/>
          <dgm:constr type="h" for="des" forName="parTx" ptType="all" refPtType="all" refType="none" refFor="self" op="equ" fact="1.000000" val="0"/>
          <dgm:constr type="h" for="des" forName="desTx" ptType="all" refPtType="all" refType="none" refFor="self" op="equ" fact="1.000000" val="0"/>
        </dgm:constrLst>
      </dgm:if>
      <dgm:else name="Name7">
        <dgm:constrLst>
          <dgm:constr type="h" for="ch" forName="compNode" ptType="all" refPtType="all" refType="h" refFor="self" op="none" fact="0.300000" val="0"/>
          <dgm:constr type="w" for="ch" forName="compNode" ptType="all" refPtType="all" refType="w" refFor="self" op="none" fact="1.000000" val="0"/>
          <dgm:constr type="h" for="ch" forName="sibTrans" ptType="all" refPtType="all" refType="h" refFor="ch" refForName="compNode" op="none" fact="0.250000" val="0"/>
          <dgm:constr type="primFontSz" for="des" forName="parTx" ptType="all" refPtType="all" refType="none" refFor="self" op="none" fact="1.000000" val="16"/>
          <dgm:constr type="primFontSz" for="des" forName="desTx" ptType="all" refPtType="all" refType="primFontSz" refFor="des" refForName="parTx" op="lte" fact="0.750000" val="0"/>
          <dgm:constr type="h" for="des" forName="compNode" ptType="all" refPtType="all" refType="none" refFor="self" op="equ" fact="1.000000" val="0"/>
          <dgm:constr type="h" for="des" forName="bgRect" ptType="all" refPtType="all" refType="none" refFor="self" op="equ" fact="1.000000" val="0"/>
          <dgm:constr type="h" for="des" forName="iconRect" ptType="all" refPtType="all" refType="none" refFor="self" op="equ" fact="1.000000" val="0"/>
          <dgm:constr type="w" for="des" forName="iconRect" ptType="all" refPtType="all" refType="none" refFor="self" op="equ" fact="1.000000" val="0"/>
          <dgm:constr type="h" for="des" forName="spaceRect" ptType="all" refPtType="all" refType="none" refFor="self" op="equ" fact="1.000000" val="0"/>
          <dgm:constr type="h" for="des" forName="parTx" ptType="all" refPtType="all" refType="none" refFor="self" op="equ" fact="1.000000" val="0"/>
          <dgm:constr type="h" for="des" forName="desTx" ptType="all" refPtType="all" refType="none" refFor="self" op="equ" fact="1.000000" val="0"/>
        </dgm:constrLst>
      </dgm:else>
    </dgm:choose>
    <dgm:forEach name="Name8" axis="ch" ptType="node">
      <dgm:layoutNode name="compNode">
        <dgm:alg type="composite"/>
        <dgm:shape rot="0.000000" type="none" r:blip="" blipPhldr="0" lkTxEntry="0" zOrderOff="0" hideGeom="0">
          <dgm:adjLst/>
        </dgm:shape>
        <dgm:presOf axis="self"/>
        <dgm:ruleLst>
          <dgm:rule type="h" for="self" ptType="all" val="INF" fact="NaN" max="NaN"/>
        </dgm:ruleLst>
        <dgm:choose name="Name9">
          <dgm:if name="Name10" axis="ch" ptType="node" func="cnt" arg="none" op="gte" val="1">
            <dgm:constrLst>
              <dgm:constr type="w" for="ch" forName="bgRect" ptType="all" refPtType="all" refType="w" refFor="self" op="none" fact="1.000000" val="0"/>
              <dgm:constr type="h" for="ch" forName="bgRect" ptType="all" refPtType="all" refType="h" refFor="self" op="none" fact="1.000000" val="0"/>
              <dgm:constr type="l" for="ch" forName="bgRect" ptType="all" refPtType="all" refType="none" refFor="self" op="none" fact="1.000000" val="0"/>
              <dgm:constr type="t" for="ch" forName="bgRect" ptType="all" refPtType="all" refType="none" refFor="self" op="none" fact="1.000000" val="0"/>
              <dgm:constr type="h" for="ch" forName="iconRect" ptType="all" refPtType="all" refType="h" refFor="self" op="none" fact="0.550000" val="0"/>
              <dgm:constr type="w" for="ch" forName="iconRect" ptType="all" refPtType="all" refType="h" refFor="ch" refForName="iconRect" op="none" fact="1.000000" val="0"/>
              <dgm:constr type="l" for="ch" forName="iconRect" ptType="all" refPtType="all" refType="h" refFor="ch" refForName="iconRect" op="none" fact="0.550000" val="0"/>
              <dgm:constr type="ctrY" for="ch" forName="iconRect" ptType="all" refPtType="all" refType="ctrY" refFor="ch" refForName="bgRect" op="none" fact="1.000000" val="0"/>
              <dgm:constr type="w" for="ch" forName="spaceRect" ptType="all" refPtType="all" refType="l" refFor="ch" refForName="iconRect" op="none" fact="1.000000" val="0"/>
              <dgm:constr type="h" for="ch" forName="spaceRect" ptType="all" refPtType="all" refType="h" refFor="self" op="none" fact="1.000000" val="0"/>
              <dgm:constr type="l" for="ch" forName="spaceRect" ptType="all" refPtType="all" refType="r" refFor="ch" refForName="iconRect" op="none" fact="1.000000" val="0"/>
              <dgm:constr type="t" for="ch" forName="spaceRect" ptType="all" refPtType="all" refType="none" refFor="self" op="none" fact="1.000000" val="0"/>
              <dgm:constr type="w" for="ch" forName="parTx" ptType="all" refPtType="all" refType="w" refFor="self" op="none" fact="0.450000" val="0"/>
              <dgm:constr type="h" for="ch" forName="parTx" ptType="all" refPtType="all" refType="h" refFor="self" op="none" fact="1.000000" val="0"/>
              <dgm:constr type="l" for="ch" forName="parTx" ptType="all" refPtType="all" refType="r" refFor="ch" refForName="spaceRect" op="none" fact="1.000000" val="0"/>
              <dgm:constr type="t" for="ch" forName="parTx" ptType="all" refPtType="all" refType="none" refFor="self" op="none" fact="1.000000" val="0"/>
              <dgm:constr type="h" for="ch" forName="desTx" ptType="all" refPtType="all" refType="h" refFor="self" op="none" fact="1.000000" val="0"/>
              <dgm:constr type="l" for="ch" forName="desTx" ptType="all" refPtType="all" refType="r" refFor="ch" refForName="parTx" op="none" fact="1.000000" val="0"/>
              <dgm:constr type="t" for="ch" forName="desTx" ptType="all" refPtType="all" refType="none" refFor="self" op="none" fact="1.000000" val="0"/>
            </dgm:constrLst>
          </dgm:if>
          <dgm:else name="Name11">
            <dgm:constrLst>
              <dgm:constr type="w" for="ch" forName="bgRect" ptType="all" refPtType="all" refType="w" refFor="self" op="none" fact="1.000000" val="0"/>
              <dgm:constr type="h" for="ch" forName="bgRect" ptType="all" refPtType="all" refType="h" refFor="self" op="none" fact="1.000000" val="0"/>
              <dgm:constr type="l" for="ch" forName="bgRect" ptType="all" refPtType="all" refType="none" refFor="self" op="none" fact="1.000000" val="0"/>
              <dgm:constr type="t" for="ch" forName="bgRect" ptType="all" refPtType="all" refType="none" refFor="self" op="none" fact="1.000000" val="0"/>
              <dgm:constr type="h" for="ch" forName="iconRect" ptType="all" refPtType="all" refType="h" refFor="self" op="none" fact="0.550000" val="0"/>
              <dgm:constr type="w" for="ch" forName="iconRect" ptType="all" refPtType="all" refType="h" refFor="ch" refForName="iconRect" op="none" fact="1.000000" val="0"/>
              <dgm:constr type="l" for="ch" forName="iconRect" ptType="all" refPtType="all" refType="h" refFor="ch" refForName="iconRect" op="none" fact="0.550000" val="0"/>
              <dgm:constr type="ctrY" for="ch" forName="iconRect" ptType="all" refPtType="all" refType="ctrY" refFor="ch" refForName="bgRect" op="none" fact="1.000000" val="0"/>
              <dgm:constr type="w" for="ch" forName="spaceRect" ptType="all" refPtType="all" refType="l" refFor="ch" refForName="iconRect" op="none" fact="1.000000" val="0"/>
              <dgm:constr type="h" for="ch" forName="spaceRect" ptType="all" refPtType="all" refType="h" refFor="self" op="none" fact="1.000000" val="0"/>
              <dgm:constr type="l" for="ch" forName="spaceRect" ptType="all" refPtType="all" refType="r" refFor="ch" refForName="iconRect" op="none" fact="1.000000" val="0"/>
              <dgm:constr type="t" for="ch" forName="spaceRect" ptType="all" refPtType="all" refType="none" refFor="self" op="none" fact="1.000000" val="0"/>
              <dgm:constr type="h" for="ch" forName="parTx" ptType="all" refPtType="all" refType="h" refFor="self" op="none" fact="1.000000" val="0"/>
              <dgm:constr type="l" for="ch" forName="parTx" ptType="all" refPtType="all" refType="r" refFor="ch" refForName="spaceRect" op="none" fact="1.000000" val="0"/>
              <dgm:constr type="t" for="ch" forName="parTx" ptType="all" refPtType="all" refType="none" refFor="self" op="none" fact="1.000000" val="0"/>
            </dgm:constrLst>
          </dgm:else>
        </dgm:choose>
        <dgm:layoutNode name="bgRect" styleLbl="bgShp">
          <dgm:alg type="sp"/>
          <dgm:shape rot="0.000000" type="roundRect" r:blip="" blipPhldr="0" lkTxEntry="0" zOrderOff="0" hideGeom="0">
            <dgm:adjLst>
              <dgm:adj idx="1" val="0.100000"/>
            </dgm:adjLst>
          </dgm:shape>
          <dgm:presOf/>
          <dgm:constrLst/>
          <dgm:ruleLst/>
        </dgm:layoutNode>
        <dgm:layoutNode name="iconRect" styleLbl="node1">
          <dgm:alg type="sp"/>
          <dgm:shape rot="0.000000" type="rect" r:blip="" blipPhldr="1" lkTxEntry="0" zOrderOff="0" hideGeom="0">
            <dgm:adjLst/>
          </dgm:shape>
          <dgm:presOf/>
          <dgm:constrLst/>
          <dgm:ruleLst/>
        </dgm:layoutNode>
        <dgm:layoutNode name="spaceRect">
          <dgm:alg type="sp"/>
          <dgm:shape rot="0.000000" type="none" r:blip="" blipPhldr="0" lkTxEntry="0" zOrderOff="0" hideGeom="0">
            <dgm:adjLst/>
          </dgm:shape>
          <dgm:presOf/>
          <dgm:constrLst/>
          <dgm:ruleLst/>
        </dgm:layoutNode>
        <dgm:layoutNode name="parTx" styleLbl="revTx"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rot="0.000000" type="rect" r:blip="" blipPhldr="0" lkTxEntry="0" zOrderOff="0" hideGeom="0">
            <dgm:adjLst/>
          </dgm:shape>
          <dgm:presOf axis="self" ptType="node"/>
          <dgm:constrLst>
            <dgm:constr type="lMarg" for="self" ptType="all" refPtType="all" refType="h" refFor="self" op="none" fact="0.300000" val="0"/>
            <dgm:constr type="rMarg" for="self" ptType="all" refPtType="all" refType="h" refFor="self" op="none" fact="0.300000" val="0"/>
            <dgm:constr type="tMarg" for="self" ptType="all" refPtType="all" refType="h" refFor="self" op="none" fact="0.300000" val="0"/>
            <dgm:constr type="bMarg" for="self" ptType="all" refPtType="all" refType="h" refFor="self" op="none" fact="0.300000" val="0"/>
          </dgm:constrLst>
          <dgm:ruleLst>
            <dgm:rule type="primFontSz" for="self" ptType="all" val="14" fact="NaN" max="NaN"/>
            <dgm:rule type="h" for="self" ptType="all" val="INF" fact="NaN" max="NaN"/>
          </dgm:ruleLst>
          <dgm:varLst>
            <dgm:chMax val="0"/>
            <dgm:chPref val="0"/>
          </dgm:varLst>
        </dgm:layoutNode>
        <dgm:choose name="Name12">
          <dgm:if name="Name13" axis="ch" ptType="node" func="cnt" arg="none" op="gte" val="1">
            <dgm:layoutNode name="desTx" styleLbl="revTx"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rot="0.000000" type="rect" r:blip="" blipPhldr="0" lkTxEntry="0" zOrderOff="0" hideGeom="0">
                <dgm:adjLst/>
              </dgm:shape>
              <dgm:presOf axis="des" ptType="node"/>
              <dgm:constrLst>
                <dgm:constr type="primFontSz" for="self" ptType="all" refPtType="all" refType="none" refFor="self" op="none" fact="1.000000" val="18"/>
                <dgm:constr type="secFontSz" for="self" ptType="all" refPtType="all" refType="primFontSz" refFor="self" op="none" fact="1.000000" val="0"/>
                <dgm:constr type="lMarg" for="self" ptType="all" refPtType="all" refType="h" refFor="self" op="none" fact="0.300000" val="0"/>
                <dgm:constr type="rMarg" for="self" ptType="all" refPtType="all" refType="h" refFor="self" op="none" fact="0.300000" val="0"/>
                <dgm:constr type="tMarg" for="self" ptType="all" refPtType="all" refType="h" refFor="self" op="none" fact="0.300000" val="0"/>
                <dgm:constr type="bMarg" for="self" ptType="all" refPtType="all" refType="h" refFor="self" op="none" fact="0.300000" val="0"/>
              </dgm:constrLst>
              <dgm:ruleLst>
                <dgm:rule type="primFontSz" for="self" ptType="all" val="11" fact="NaN" max="NaN"/>
              </dgm:ruleLst>
              <dgm:varLst/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rot="0.000000" type="none" r:blip="" blipPhldr="0" lkTxEntry="0" zOrderOff="0" hideGeom="0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alignImgPlac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align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ImgPlac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Shp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SibTrans2D1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conF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dkBgShp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0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2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3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4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ImgPlac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Shp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SibTrans2D1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1D2">
    <dgm:scene3d>
      <a:camera prst="orthographicFront"/>
      <a:lightRig rig="threePt" dir="t"/>
    </dgm:scene3d>
    <dgm:sp3d/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1D3">
    <dgm:scene3d>
      <a:camera prst="orthographicFront"/>
      <a:lightRig rig="threePt" dir="t"/>
    </dgm:scene3d>
    <dgm:sp3d/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1D4">
    <dgm:scene3d>
      <a:camera prst="orthographicFront"/>
      <a:lightRig rig="threePt" dir="t"/>
    </dgm:scene3d>
    <dgm:sp3d/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2D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style>
      <a:lnRef idx="0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sibTrans1D1">
    <dgm:scene3d>
      <a:camera prst="orthographicFront"/>
      <a:lightRig rig="threePt" dir="t"/>
    </dgm:scene3d>
    <dgm:sp3d/>
    <dgm:style>
      <a:lnRef idx="1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sibTrans2D1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solidB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solidF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trAlignAcc1">
    <dgm:scene3d>
      <a:camera prst="orthographicFront"/>
      <a:lightRig rig="threePt" dir="t"/>
    </dgm:scene3d>
    <dgm:sp3d/>
    <dgm:style>
      <a:lnRef idx="1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trBgShp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venn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tx1"/>
      </a:fontRef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alignImgPlac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align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ImgPlac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Shp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SibTrans2D1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conF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dkBgShp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0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2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3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4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ImgPlac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Shp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SibTrans2D1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1D2">
    <dgm:scene3d>
      <a:camera prst="orthographicFront"/>
      <a:lightRig rig="threePt" dir="t"/>
    </dgm:scene3d>
    <dgm:sp3d/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1D3">
    <dgm:scene3d>
      <a:camera prst="orthographicFront"/>
      <a:lightRig rig="threePt" dir="t"/>
    </dgm:scene3d>
    <dgm:sp3d/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1D4">
    <dgm:scene3d>
      <a:camera prst="orthographicFront"/>
      <a:lightRig rig="threePt" dir="t"/>
    </dgm:scene3d>
    <dgm:sp3d/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2D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style>
      <a:lnRef idx="0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sibTrans1D1">
    <dgm:scene3d>
      <a:camera prst="orthographicFront"/>
      <a:lightRig rig="threePt" dir="t"/>
    </dgm:scene3d>
    <dgm:sp3d/>
    <dgm:style>
      <a:lnRef idx="1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sibTrans2D1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solidB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solidF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trAlignAcc1">
    <dgm:scene3d>
      <a:camera prst="orthographicFront"/>
      <a:lightRig rig="threePt" dir="t"/>
    </dgm:scene3d>
    <dgm:sp3d/>
    <dgm:style>
      <a:lnRef idx="1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trBgShp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venn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tx1"/>
      </a:fontRef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alignImgPlac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align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ImgPlac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Shp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SibTrans2D1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conF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dkBgShp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0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2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3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4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ImgPlac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Shp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SibTrans2D1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1D2">
    <dgm:scene3d>
      <a:camera prst="orthographicFront"/>
      <a:lightRig rig="threePt" dir="t"/>
    </dgm:scene3d>
    <dgm:sp3d/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1D3">
    <dgm:scene3d>
      <a:camera prst="orthographicFront"/>
      <a:lightRig rig="threePt" dir="t"/>
    </dgm:scene3d>
    <dgm:sp3d/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1D4">
    <dgm:scene3d>
      <a:camera prst="orthographicFront"/>
      <a:lightRig rig="threePt" dir="t"/>
    </dgm:scene3d>
    <dgm:sp3d/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2D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style>
      <a:lnRef idx="0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sibTrans1D1">
    <dgm:scene3d>
      <a:camera prst="orthographicFront"/>
      <a:lightRig rig="threePt" dir="t"/>
    </dgm:scene3d>
    <dgm:sp3d/>
    <dgm:style>
      <a:lnRef idx="1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sibTrans2D1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solidB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solidF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trAlignAcc1">
    <dgm:scene3d>
      <a:camera prst="orthographicFront"/>
      <a:lightRig rig="threePt" dir="t"/>
    </dgm:scene3d>
    <dgm:sp3d/>
    <dgm:style>
      <a:lnRef idx="1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trBgShp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venn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tx1"/>
      </a:fontRef>
    </dgm:style>
  </dgm:styleLbl>
</dgm:styleDef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5165248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108121660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0F9C1CCF-B725-44A7-AA57-5E433BD85C9F}" type="datetimeFigureOut">
              <a:rPr lang="en-US"/>
              <a:t>7/15/2026</a:t>
            </a:fld>
            <a:endParaRPr lang="en-US"/>
          </a:p>
        </p:txBody>
      </p:sp>
      <p:sp>
        <p:nvSpPr>
          <p:cNvPr id="1647014255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499071050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825927801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11412268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18BDFEC3-8487-43E8-A154-7C12CBC1FFF2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14262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0161931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826039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8BDFEC3-8487-43E8-A154-7C12CBC1FFF2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837DA5E-7FE0-76CB-9DDC-929AA8E9622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C6EF2DC-5B1E-B598-F313-EE4A605FCFC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E509A39-0E9C-6A98-984A-32CF48870F8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3BBC500-CB15-4901-3F9C-E84CCFF4ADB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D00A79C-C052-5280-784E-BAB8A966D3D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2066831-D0F1-96BA-C462-C21AC5B16B8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FD4CBAD-8AE0-9616-EC63-65EEF693D88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FE38285-EF45-4ABB-CB72-BCC242F4908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201D52D-16BD-7A38-989F-936E9E863D8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E630BDA-DCDB-F524-F62E-21627F17FCC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B18387-7240-0139-273F-FC1BE71B475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C1DBCCE-BCA2-24AE-B051-129D77BA04B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media1.svg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38427804" name="Rectangle 15"/>
          <p:cNvSpPr>
            <a:spLocks noChangeArrowheads="1"/>
          </p:cNvSpPr>
          <p:nvPr userDrawn="1"/>
        </p:nvSpPr>
        <p:spPr bwMode="auto">
          <a:xfrm>
            <a:off x="0" y="1059582"/>
            <a:ext cx="9144000" cy="408391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wrap="none" lIns="0" tIns="0" rIns="0" bIns="0" anchor="ctr"/>
          <a:lstStyle/>
          <a:p>
            <a:pPr algn="ctr">
              <a:defRPr/>
            </a:pPr>
            <a:endParaRPr lang="de-DE" sz="1350">
              <a:latin typeface="Calibri"/>
            </a:endParaRPr>
          </a:p>
        </p:txBody>
      </p:sp>
      <p:pic>
        <p:nvPicPr>
          <p:cNvPr id="1623189966" name="Bild 11"/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0" t="13071" r="6507" b="15332"/>
          <a:stretch/>
        </p:blipFill>
        <p:spPr bwMode="auto">
          <a:xfrm>
            <a:off x="0" y="-1"/>
            <a:ext cx="2555776" cy="1059581"/>
          </a:xfrm>
          <a:prstGeom prst="rect">
            <a:avLst/>
          </a:prstGeom>
        </p:spPr>
      </p:pic>
      <p:sp>
        <p:nvSpPr>
          <p:cNvPr id="1227279196" name="Textplatzhalter 2"/>
          <p:cNvSpPr>
            <a:spLocks noGrp="1"/>
          </p:cNvSpPr>
          <p:nvPr>
            <p:ph type="body" sz="quarter" idx="13"/>
          </p:nvPr>
        </p:nvSpPr>
        <p:spPr bwMode="auto">
          <a:xfrm>
            <a:off x="2555776" y="87474"/>
            <a:ext cx="6480720" cy="918102"/>
          </a:xfrm>
          <a:prstGeom prst="rect">
            <a:avLst/>
          </a:prstGeom>
        </p:spPr>
        <p:txBody>
          <a:bodyPr anchor="ctr"/>
          <a:lstStyle>
            <a:lvl1pPr marL="0" indent="0" algn="r"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</p:txBody>
      </p:sp>
      <p:sp>
        <p:nvSpPr>
          <p:cNvPr id="985426558" name="Rectangle 2"/>
          <p:cNvSpPr>
            <a:spLocks noChangeArrowheads="1" noGrp="1"/>
          </p:cNvSpPr>
          <p:nvPr>
            <p:ph type="ctrTitle"/>
          </p:nvPr>
        </p:nvSpPr>
        <p:spPr bwMode="auto">
          <a:xfrm>
            <a:off x="2362199" y="2304306"/>
            <a:ext cx="6781800" cy="800100"/>
          </a:xfrm>
          <a:prstGeom prst="rect">
            <a:avLst/>
          </a:prstGeom>
          <a:ln>
            <a:noFill/>
          </a:ln>
        </p:spPr>
        <p:txBody>
          <a:bodyPr anchor="b"/>
          <a:lstStyle>
            <a:lvl1pPr algn="l">
              <a:defRPr sz="21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897445742" name="Rectangle 3"/>
          <p:cNvSpPr>
            <a:spLocks noChangeArrowheads="1" noGrp="1"/>
          </p:cNvSpPr>
          <p:nvPr>
            <p:ph type="subTitle" idx="1"/>
          </p:nvPr>
        </p:nvSpPr>
        <p:spPr bwMode="auto">
          <a:xfrm>
            <a:off x="2362199" y="3395206"/>
            <a:ext cx="6781800" cy="1137949"/>
          </a:xfrm>
          <a:prstGeom prst="rect">
            <a:avLst/>
          </a:prstGeom>
        </p:spPr>
        <p:txBody>
          <a:bodyPr anchor="b"/>
          <a:lstStyle>
            <a:lvl1pPr marL="0" indent="0" algn="l">
              <a:buFontTx/>
              <a:buNone/>
              <a:defRPr sz="1500"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r>
              <a:rPr lang="de-DE"/>
              <a:t>Master-Untertitelformat bearbeiten</a:t>
            </a:r>
            <a:endParaRPr/>
          </a:p>
        </p:txBody>
      </p:sp>
    </p:spTree>
  </p:cSld>
  <p:clrMapOvr>
    <a:masterClrMapping/>
  </p:clrMapOvr>
  <p:hf dt="0" ftr="0" hdr="0" sldNum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7492876" name="Inhaltsplatzhalter 11"/>
          <p:cNvSpPr>
            <a:spLocks noGrp="1"/>
          </p:cNvSpPr>
          <p:nvPr>
            <p:ph sz="quarter" idx="13"/>
          </p:nvPr>
        </p:nvSpPr>
        <p:spPr bwMode="auto">
          <a:xfrm>
            <a:off x="457200" y="914400"/>
            <a:ext cx="8458200" cy="4114800"/>
          </a:xfrm>
        </p:spPr>
        <p:txBody>
          <a:bodyPr/>
          <a:lstStyle/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181313868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A560FF0-08EB-B743-9A2A-F5F52125B889}" type="datetime1">
              <a:rPr lang="de-DE"/>
              <a:t>15.07.2026</a:t>
            </a:fld>
            <a:endParaRPr lang="en-US"/>
          </a:p>
        </p:txBody>
      </p:sp>
      <p:sp>
        <p:nvSpPr>
          <p:cNvPr id="760772138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3124200" y="4964523"/>
            <a:ext cx="2895600" cy="1728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63992420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457200" y="4975323"/>
            <a:ext cx="2133600" cy="162000"/>
          </a:xfrm>
        </p:spPr>
        <p:txBody>
          <a:bodyPr/>
          <a:lstStyle/>
          <a:p>
            <a:pPr>
              <a:defRPr/>
            </a:pPr>
            <a:fld id="{C5EF2332-01BF-834F-8236-50238282D533}" type="slidenum">
              <a:rPr lang="en-US"/>
              <a:t>‹#›</a:t>
            </a:fld>
            <a:endParaRPr lang="en-US"/>
          </a:p>
        </p:txBody>
      </p:sp>
      <p:sp>
        <p:nvSpPr>
          <p:cNvPr id="1043057864" name="Rectangle 3"/>
          <p:cNvSpPr>
            <a:spLocks noChangeArrowheads="1" noGrp="1"/>
          </p:cNvSpPr>
          <p:nvPr>
            <p:ph type="title"/>
          </p:nvPr>
        </p:nvSpPr>
        <p:spPr bwMode="auto">
          <a:xfrm>
            <a:off x="457200" y="87474"/>
            <a:ext cx="8458200" cy="76977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b" anchorCtr="0" compatLnSpc="1">
            <a:prstTxWarp prst="textNoShape"/>
          </a:bodyPr>
          <a:lstStyle/>
          <a:p>
            <a:pPr lvl="0"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1928571103" name="Inhaltsplatzhalter 6"/>
          <p:cNvSpPr>
            <a:spLocks noGrp="1"/>
          </p:cNvSpPr>
          <p:nvPr>
            <p:ph sz="quarter" idx="14"/>
          </p:nvPr>
        </p:nvSpPr>
        <p:spPr bwMode="auto">
          <a:xfrm>
            <a:off x="2195736" y="564561"/>
            <a:ext cx="6714008" cy="283369"/>
          </a:xfrm>
        </p:spPr>
        <p:txBody>
          <a:bodyPr anchor="b"/>
          <a:lstStyle>
            <a:lvl1pPr marL="0" indent="0" algn="r">
              <a:buNone/>
              <a:defRPr sz="1350"/>
            </a:lvl1pPr>
            <a:lvl2pPr algn="r">
              <a:defRPr/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</a:lstStyle>
          <a:p>
            <a:pPr lvl="0">
              <a:defRPr/>
            </a:pPr>
            <a:r>
              <a:rPr lang="de-DE"/>
              <a:t>Formatvorlagen des Textmasters bearbeiten</a:t>
            </a:r>
            <a:endParaRPr/>
          </a:p>
        </p:txBody>
      </p:sp>
    </p:spTree>
  </p:cSld>
  <p:clrMapOvr>
    <a:masterClrMapping/>
  </p:clrMapOvr>
  <p:hf dt="0" ftr="0" hdr="0" sldNum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248830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2362199" y="3155206"/>
            <a:ext cx="6781800" cy="59129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42187520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0279D931-1A6D-F948-8726-124DADEE51A2}" type="datetime1">
              <a:rPr lang="de-DE"/>
              <a:t>15.07.2026</a:t>
            </a:fld>
            <a:endParaRPr lang="en-US"/>
          </a:p>
        </p:txBody>
      </p:sp>
      <p:sp>
        <p:nvSpPr>
          <p:cNvPr id="1971120221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3124200" y="4964523"/>
            <a:ext cx="2895600" cy="1728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15372607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457200" y="4975323"/>
            <a:ext cx="2133600" cy="162000"/>
          </a:xfrm>
        </p:spPr>
        <p:txBody>
          <a:bodyPr/>
          <a:lstStyle/>
          <a:p>
            <a:pPr>
              <a:defRPr/>
            </a:pPr>
            <a:fld id="{C5EF2332-01BF-834F-8236-50238282D533}" type="slidenum">
              <a:rPr lang="en-US"/>
              <a:t>‹#›</a:t>
            </a:fld>
            <a:endParaRPr lang="en-US"/>
          </a:p>
        </p:txBody>
      </p:sp>
      <p:sp>
        <p:nvSpPr>
          <p:cNvPr id="506623454" name="Rectangle 2"/>
          <p:cNvSpPr>
            <a:spLocks noChangeArrowheads="1" noGrp="1"/>
          </p:cNvSpPr>
          <p:nvPr>
            <p:ph type="ctrTitle"/>
          </p:nvPr>
        </p:nvSpPr>
        <p:spPr bwMode="auto">
          <a:xfrm>
            <a:off x="2362199" y="2304306"/>
            <a:ext cx="6781800" cy="800100"/>
          </a:xfrm>
          <a:prstGeom prst="rect">
            <a:avLst/>
          </a:prstGeom>
          <a:ln>
            <a:noFill/>
          </a:ln>
        </p:spPr>
        <p:txBody>
          <a:bodyPr/>
          <a:lstStyle>
            <a:lvl1pPr algn="l">
              <a:defRPr sz="21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771221515" name="Rectangle 3"/>
          <p:cNvSpPr>
            <a:spLocks noChangeArrowheads="1" noGrp="1"/>
          </p:cNvSpPr>
          <p:nvPr>
            <p:ph type="subTitle" idx="13"/>
          </p:nvPr>
        </p:nvSpPr>
        <p:spPr bwMode="auto">
          <a:xfrm>
            <a:off x="2362199" y="3790206"/>
            <a:ext cx="6781800" cy="742950"/>
          </a:xfrm>
        </p:spPr>
        <p:txBody>
          <a:bodyPr/>
          <a:lstStyle>
            <a:lvl1pPr marL="0" indent="0" algn="l">
              <a:buFontTx/>
              <a:buNone/>
              <a:defRPr sz="1500"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r>
              <a:rPr lang="de-DE"/>
              <a:t>Master-Untertitelformat bearbeiten</a:t>
            </a:r>
            <a:endParaRPr/>
          </a:p>
        </p:txBody>
      </p:sp>
      <p:sp>
        <p:nvSpPr>
          <p:cNvPr id="1334182042" name="Textplatzhalter 2"/>
          <p:cNvSpPr>
            <a:spLocks noGrp="1"/>
          </p:cNvSpPr>
          <p:nvPr>
            <p:ph type="body" sz="quarter" idx="14"/>
          </p:nvPr>
        </p:nvSpPr>
        <p:spPr bwMode="auto">
          <a:xfrm>
            <a:off x="2555776" y="87474"/>
            <a:ext cx="6480720" cy="918102"/>
          </a:xfrm>
        </p:spPr>
        <p:txBody>
          <a:bodyPr anchor="ctr"/>
          <a:lstStyle>
            <a:lvl1pPr marL="0" indent="0" algn="r"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</p:txBody>
      </p:sp>
      <p:cxnSp>
        <p:nvCxnSpPr>
          <p:cNvPr id="837350058" name="Gerade Verbindung 14"/>
          <p:cNvCxnSpPr/>
          <p:nvPr userDrawn="1"/>
        </p:nvCxnSpPr>
        <p:spPr bwMode="auto">
          <a:xfrm>
            <a:off x="0" y="1437625"/>
            <a:ext cx="9144000" cy="0"/>
          </a:xfrm>
          <a:prstGeom prst="line">
            <a:avLst/>
          </a:prstGeom>
          <a:ln w="25400">
            <a:solidFill>
              <a:srgbClr val="B3B3B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hf dt="0" ftr="0" hdr="0" sldNum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1077325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35EF483A-9A3D-304F-A719-372744F04D65}" type="datetime1">
              <a:rPr lang="de-DE"/>
              <a:t>15.07.2026</a:t>
            </a:fld>
            <a:endParaRPr lang="en-US"/>
          </a:p>
        </p:txBody>
      </p:sp>
      <p:sp>
        <p:nvSpPr>
          <p:cNvPr id="323256448" name="Footer Placeholder 5"/>
          <p:cNvSpPr>
            <a:spLocks noGrp="1"/>
          </p:cNvSpPr>
          <p:nvPr>
            <p:ph type="ftr" sz="quarter" idx="11"/>
          </p:nvPr>
        </p:nvSpPr>
        <p:spPr bwMode="auto">
          <a:xfrm>
            <a:off x="3124200" y="4964523"/>
            <a:ext cx="2895600" cy="1728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15269742" name="Slide Number Placeholder 6"/>
          <p:cNvSpPr>
            <a:spLocks noGrp="1"/>
          </p:cNvSpPr>
          <p:nvPr>
            <p:ph type="sldNum" sz="quarter" idx="12"/>
          </p:nvPr>
        </p:nvSpPr>
        <p:spPr bwMode="auto">
          <a:xfrm>
            <a:off x="457200" y="4975323"/>
            <a:ext cx="2133600" cy="162000"/>
          </a:xfrm>
        </p:spPr>
        <p:txBody>
          <a:bodyPr/>
          <a:lstStyle/>
          <a:p>
            <a:pPr>
              <a:defRPr/>
            </a:pPr>
            <a:fld id="{C5EF2332-01BF-834F-8236-50238282D533}" type="slidenum">
              <a:rPr lang="en-US"/>
              <a:t>‹#›</a:t>
            </a:fld>
            <a:endParaRPr lang="en-US"/>
          </a:p>
        </p:txBody>
      </p:sp>
      <p:sp>
        <p:nvSpPr>
          <p:cNvPr id="721555425" name="Rectangle 3"/>
          <p:cNvSpPr>
            <a:spLocks noChangeArrowheads="1" noGrp="1"/>
          </p:cNvSpPr>
          <p:nvPr>
            <p:ph type="title"/>
          </p:nvPr>
        </p:nvSpPr>
        <p:spPr bwMode="auto">
          <a:xfrm>
            <a:off x="457200" y="87474"/>
            <a:ext cx="8458200" cy="76977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b" anchorCtr="0" compatLnSpc="1">
            <a:prstTxWarp prst="textNoShape"/>
          </a:bodyPr>
          <a:lstStyle/>
          <a:p>
            <a:pPr lvl="0"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623180590" name="Inhaltsplatzhalter 2"/>
          <p:cNvSpPr>
            <a:spLocks noGrp="1"/>
          </p:cNvSpPr>
          <p:nvPr>
            <p:ph sz="half" idx="1"/>
          </p:nvPr>
        </p:nvSpPr>
        <p:spPr bwMode="auto">
          <a:xfrm>
            <a:off x="457200" y="914400"/>
            <a:ext cx="4152900" cy="4114800"/>
          </a:xfrm>
        </p:spPr>
        <p:txBody>
          <a:bodyPr/>
          <a:lstStyle>
            <a:lvl1pPr>
              <a:defRPr sz="1500"/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 lang="de-DE"/>
          </a:p>
        </p:txBody>
      </p:sp>
      <p:sp>
        <p:nvSpPr>
          <p:cNvPr id="777154609" name="Inhaltsplatzhalter 3"/>
          <p:cNvSpPr>
            <a:spLocks noGrp="1"/>
          </p:cNvSpPr>
          <p:nvPr>
            <p:ph sz="half" idx="2"/>
          </p:nvPr>
        </p:nvSpPr>
        <p:spPr bwMode="auto">
          <a:xfrm>
            <a:off x="4762500" y="914400"/>
            <a:ext cx="4152900" cy="4114800"/>
          </a:xfrm>
        </p:spPr>
        <p:txBody>
          <a:bodyPr/>
          <a:lstStyle>
            <a:lvl1pPr>
              <a:defRPr sz="1500"/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 lang="de-DE"/>
          </a:p>
        </p:txBody>
      </p:sp>
      <p:sp>
        <p:nvSpPr>
          <p:cNvPr id="1074442974" name="Inhaltsplatzhalter 6"/>
          <p:cNvSpPr>
            <a:spLocks noGrp="1"/>
          </p:cNvSpPr>
          <p:nvPr>
            <p:ph sz="quarter" idx="14"/>
          </p:nvPr>
        </p:nvSpPr>
        <p:spPr bwMode="auto">
          <a:xfrm>
            <a:off x="2195736" y="564561"/>
            <a:ext cx="6714008" cy="283369"/>
          </a:xfrm>
        </p:spPr>
        <p:txBody>
          <a:bodyPr anchor="b"/>
          <a:lstStyle>
            <a:lvl1pPr marL="0" indent="0" algn="r">
              <a:buNone/>
              <a:defRPr sz="1350"/>
            </a:lvl1pPr>
            <a:lvl2pPr algn="r">
              <a:defRPr/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</a:lstStyle>
          <a:p>
            <a:pPr lvl="0">
              <a:defRPr/>
            </a:pPr>
            <a:r>
              <a:rPr lang="de-DE"/>
              <a:t>Formatvorlagen des Textmasters bearbeiten</a:t>
            </a:r>
            <a:endParaRPr/>
          </a:p>
        </p:txBody>
      </p:sp>
    </p:spTree>
  </p:cSld>
  <p:clrMapOvr>
    <a:masterClrMapping/>
  </p:clrMapOvr>
  <p:hf dt="0" ftr="0" hdr="0" sldNum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5827494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6FE8984-0F12-A742-922A-A8090EF07157}" type="datetime1">
              <a:rPr lang="de-DE"/>
              <a:t>15.07.2026</a:t>
            </a:fld>
            <a:endParaRPr lang="en-US"/>
          </a:p>
        </p:txBody>
      </p:sp>
      <p:sp>
        <p:nvSpPr>
          <p:cNvPr id="601804048" name="Footer Placeholder 5"/>
          <p:cNvSpPr>
            <a:spLocks noGrp="1"/>
          </p:cNvSpPr>
          <p:nvPr>
            <p:ph type="ftr" sz="quarter" idx="11"/>
          </p:nvPr>
        </p:nvSpPr>
        <p:spPr bwMode="auto">
          <a:xfrm>
            <a:off x="3124200" y="4964523"/>
            <a:ext cx="2895600" cy="1728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89813328" name="Slide Number Placeholder 6"/>
          <p:cNvSpPr>
            <a:spLocks noGrp="1"/>
          </p:cNvSpPr>
          <p:nvPr>
            <p:ph type="sldNum" sz="quarter" idx="12"/>
          </p:nvPr>
        </p:nvSpPr>
        <p:spPr bwMode="auto">
          <a:xfrm>
            <a:off x="457200" y="4975323"/>
            <a:ext cx="2133600" cy="162000"/>
          </a:xfrm>
        </p:spPr>
        <p:txBody>
          <a:bodyPr/>
          <a:lstStyle/>
          <a:p>
            <a:pPr>
              <a:defRPr/>
            </a:pPr>
            <a:fld id="{C5EF2332-01BF-834F-8236-50238282D533}" type="slidenum">
              <a:rPr lang="en-US"/>
              <a:t>‹#›</a:t>
            </a:fld>
            <a:endParaRPr lang="en-US"/>
          </a:p>
        </p:txBody>
      </p:sp>
      <p:sp>
        <p:nvSpPr>
          <p:cNvPr id="1170043137" name="Rectangle 3"/>
          <p:cNvSpPr>
            <a:spLocks noChangeArrowheads="1" noGrp="1"/>
          </p:cNvSpPr>
          <p:nvPr>
            <p:ph type="title"/>
          </p:nvPr>
        </p:nvSpPr>
        <p:spPr bwMode="auto">
          <a:xfrm>
            <a:off x="457200" y="87474"/>
            <a:ext cx="8458200" cy="76977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b" anchorCtr="0" compatLnSpc="1">
            <a:prstTxWarp prst="textNoShape"/>
          </a:bodyPr>
          <a:lstStyle/>
          <a:p>
            <a:pPr lvl="0"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35403090" name="Inhaltsplatzhalter 2"/>
          <p:cNvSpPr>
            <a:spLocks noGrp="1"/>
          </p:cNvSpPr>
          <p:nvPr>
            <p:ph sz="half" idx="1"/>
          </p:nvPr>
        </p:nvSpPr>
        <p:spPr bwMode="auto">
          <a:xfrm>
            <a:off x="457200" y="914400"/>
            <a:ext cx="4152900" cy="4114800"/>
          </a:xfrm>
        </p:spPr>
        <p:txBody>
          <a:bodyPr/>
          <a:lstStyle>
            <a:lvl1pPr>
              <a:defRPr sz="1500"/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 lang="de-DE"/>
          </a:p>
        </p:txBody>
      </p:sp>
      <p:sp>
        <p:nvSpPr>
          <p:cNvPr id="1610088328" name="Inhaltsplatzhalter 3"/>
          <p:cNvSpPr>
            <a:spLocks noGrp="1"/>
          </p:cNvSpPr>
          <p:nvPr>
            <p:ph sz="half" idx="2"/>
          </p:nvPr>
        </p:nvSpPr>
        <p:spPr bwMode="auto">
          <a:xfrm>
            <a:off x="4762500" y="914400"/>
            <a:ext cx="4152900" cy="4114800"/>
          </a:xfrm>
        </p:spPr>
        <p:txBody>
          <a:bodyPr/>
          <a:lstStyle>
            <a:lvl1pPr>
              <a:defRPr sz="1500"/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 lang="de-DE"/>
          </a:p>
        </p:txBody>
      </p:sp>
      <p:sp>
        <p:nvSpPr>
          <p:cNvPr id="1687100965" name="Inhaltsplatzhalter 6"/>
          <p:cNvSpPr>
            <a:spLocks noGrp="1"/>
          </p:cNvSpPr>
          <p:nvPr>
            <p:ph sz="quarter" idx="14"/>
          </p:nvPr>
        </p:nvSpPr>
        <p:spPr bwMode="auto">
          <a:xfrm>
            <a:off x="2195736" y="564561"/>
            <a:ext cx="6714008" cy="283369"/>
          </a:xfrm>
        </p:spPr>
        <p:txBody>
          <a:bodyPr anchor="b"/>
          <a:lstStyle>
            <a:lvl1pPr marL="0" indent="0" algn="r">
              <a:buNone/>
              <a:defRPr sz="1350"/>
            </a:lvl1pPr>
            <a:lvl2pPr algn="r">
              <a:defRPr/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</a:lstStyle>
          <a:p>
            <a:pPr lvl="0">
              <a:defRPr/>
            </a:pPr>
            <a:r>
              <a:rPr lang="de-DE"/>
              <a:t>Formatvorlagen des Textmasters bearbeiten</a:t>
            </a:r>
            <a:endParaRPr/>
          </a:p>
        </p:txBody>
      </p:sp>
    </p:spTree>
  </p:cSld>
  <p:clrMapOvr>
    <a:masterClrMapping/>
  </p:clrMapOvr>
  <p:hf dt="0" ftr="0" hdr="0" sldNum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02891322" name="Date Placeholder 2"/>
          <p:cNvSpPr>
            <a:spLocks noGrp="1"/>
          </p:cNvSpPr>
          <p:nvPr>
            <p:ph type="dt" sz="half" idx="10"/>
          </p:nvPr>
        </p:nvSpPr>
        <p:spPr bwMode="auto">
          <a:xfrm>
            <a:off x="6781800" y="4975323"/>
            <a:ext cx="2133600" cy="162000"/>
          </a:xfrm>
        </p:spPr>
        <p:txBody>
          <a:bodyPr/>
          <a:lstStyle/>
          <a:p>
            <a:pPr>
              <a:defRPr/>
            </a:pPr>
            <a:fld id="{42F3ABDC-3C3B-494D-B84A-B0531873F86E}" type="datetime1">
              <a:rPr lang="de-DE"/>
              <a:t>15.07.2026</a:t>
            </a:fld>
            <a:endParaRPr lang="en-US"/>
          </a:p>
        </p:txBody>
      </p:sp>
      <p:sp>
        <p:nvSpPr>
          <p:cNvPr id="233009804" name="Footer Placeholder 3"/>
          <p:cNvSpPr>
            <a:spLocks noGrp="1"/>
          </p:cNvSpPr>
          <p:nvPr>
            <p:ph type="ftr" sz="quarter" idx="11"/>
          </p:nvPr>
        </p:nvSpPr>
        <p:spPr bwMode="auto">
          <a:xfrm>
            <a:off x="3124200" y="4964523"/>
            <a:ext cx="2895600" cy="1728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45027530" name="Slide Number Placeholder 4"/>
          <p:cNvSpPr>
            <a:spLocks noGrp="1"/>
          </p:cNvSpPr>
          <p:nvPr>
            <p:ph type="sldNum" sz="quarter" idx="12"/>
          </p:nvPr>
        </p:nvSpPr>
        <p:spPr bwMode="auto">
          <a:xfrm>
            <a:off x="457200" y="4975323"/>
            <a:ext cx="2133600" cy="162000"/>
          </a:xfrm>
        </p:spPr>
        <p:txBody>
          <a:bodyPr/>
          <a:lstStyle/>
          <a:p>
            <a:pPr>
              <a:defRPr/>
            </a:pPr>
            <a:fld id="{C5EF2332-01BF-834F-8236-50238282D533}" type="slidenum">
              <a:rPr lang="en-US"/>
              <a:t>‹#›</a:t>
            </a:fld>
            <a:endParaRPr lang="en-US"/>
          </a:p>
        </p:txBody>
      </p:sp>
      <p:sp>
        <p:nvSpPr>
          <p:cNvPr id="689181863" name="Rectangle 3"/>
          <p:cNvSpPr>
            <a:spLocks noChangeArrowheads="1" noGrp="1"/>
          </p:cNvSpPr>
          <p:nvPr>
            <p:ph type="title"/>
          </p:nvPr>
        </p:nvSpPr>
        <p:spPr bwMode="auto">
          <a:xfrm>
            <a:off x="457200" y="87474"/>
            <a:ext cx="8458200" cy="76977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b" anchorCtr="0" compatLnSpc="1">
            <a:prstTxWarp prst="textNoShape"/>
          </a:bodyPr>
          <a:lstStyle/>
          <a:p>
            <a:pPr lvl="0"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1710551102" name="Inhaltsplatzhalter 6"/>
          <p:cNvSpPr>
            <a:spLocks noGrp="1"/>
          </p:cNvSpPr>
          <p:nvPr>
            <p:ph sz="quarter" idx="14"/>
          </p:nvPr>
        </p:nvSpPr>
        <p:spPr bwMode="auto">
          <a:xfrm>
            <a:off x="2195736" y="564561"/>
            <a:ext cx="6714008" cy="283369"/>
          </a:xfrm>
        </p:spPr>
        <p:txBody>
          <a:bodyPr anchor="b"/>
          <a:lstStyle>
            <a:lvl1pPr marL="0" indent="0" algn="r">
              <a:buNone/>
              <a:defRPr sz="1350"/>
            </a:lvl1pPr>
            <a:lvl2pPr algn="r">
              <a:defRPr/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</a:lstStyle>
          <a:p>
            <a:pPr lvl="0">
              <a:defRPr/>
            </a:pPr>
            <a:r>
              <a:rPr lang="de-DE"/>
              <a:t>Formatvorlagen des Textmasters bearbeiten</a:t>
            </a:r>
            <a:endParaRPr/>
          </a:p>
        </p:txBody>
      </p:sp>
    </p:spTree>
  </p:cSld>
  <p:clrMapOvr>
    <a:masterClrMapping/>
  </p:clrMapOvr>
  <p:hf dt="0" ftr="0" hdr="0" sldNum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3855666" name="Date Placeholder 1"/>
          <p:cNvSpPr>
            <a:spLocks noGrp="1"/>
          </p:cNvSpPr>
          <p:nvPr>
            <p:ph type="dt" sz="half" idx="10"/>
          </p:nvPr>
        </p:nvSpPr>
        <p:spPr bwMode="auto">
          <a:xfrm>
            <a:off x="6781800" y="4975323"/>
            <a:ext cx="2133600" cy="162000"/>
          </a:xfrm>
        </p:spPr>
        <p:txBody>
          <a:bodyPr/>
          <a:lstStyle/>
          <a:p>
            <a:pPr>
              <a:defRPr/>
            </a:pPr>
            <a:fld id="{B0292DBD-1927-7D43-8995-60BC088FAE68}" type="datetime1">
              <a:rPr lang="de-DE"/>
              <a:t>15.07.2026</a:t>
            </a:fld>
            <a:endParaRPr lang="en-US"/>
          </a:p>
        </p:txBody>
      </p:sp>
      <p:sp>
        <p:nvSpPr>
          <p:cNvPr id="778945011" name="Footer Placeholder 2"/>
          <p:cNvSpPr>
            <a:spLocks noGrp="1"/>
          </p:cNvSpPr>
          <p:nvPr>
            <p:ph type="ftr" sz="quarter" idx="11"/>
          </p:nvPr>
        </p:nvSpPr>
        <p:spPr bwMode="auto">
          <a:xfrm>
            <a:off x="3124200" y="4964523"/>
            <a:ext cx="2895600" cy="1728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63615537" name="Slide Number Placeholder 3"/>
          <p:cNvSpPr>
            <a:spLocks noGrp="1"/>
          </p:cNvSpPr>
          <p:nvPr>
            <p:ph type="sldNum" sz="quarter" idx="12"/>
          </p:nvPr>
        </p:nvSpPr>
        <p:spPr bwMode="auto">
          <a:xfrm>
            <a:off x="457200" y="4975323"/>
            <a:ext cx="2133600" cy="162000"/>
          </a:xfrm>
        </p:spPr>
        <p:txBody>
          <a:bodyPr/>
          <a:lstStyle/>
          <a:p>
            <a:pPr>
              <a:defRPr/>
            </a:pPr>
            <a:fld id="{C5EF2332-01BF-834F-8236-50238282D533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hf dt="0" ftr="0" hdr="0" sldNum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4059142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457201" y="914400"/>
            <a:ext cx="3008313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700"/>
            </a:lvl4pPr>
            <a:lvl5pPr marL="1371600" indent="0">
              <a:buNone/>
              <a:defRPr sz="700"/>
            </a:lvl5pPr>
            <a:lvl6pPr marL="1714500" indent="0">
              <a:buNone/>
              <a:defRPr sz="700"/>
            </a:lvl6pPr>
            <a:lvl7pPr marL="2057400" indent="0">
              <a:buNone/>
              <a:defRPr sz="700"/>
            </a:lvl7pPr>
            <a:lvl8pPr marL="2400300" indent="0">
              <a:buNone/>
              <a:defRPr sz="700"/>
            </a:lvl8pPr>
            <a:lvl9pPr marL="2743200" indent="0">
              <a:buNone/>
              <a:defRPr sz="7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515469824" name="Date Placeholder 4"/>
          <p:cNvSpPr>
            <a:spLocks noGrp="1"/>
          </p:cNvSpPr>
          <p:nvPr>
            <p:ph type="dt" sz="half" idx="10"/>
          </p:nvPr>
        </p:nvSpPr>
        <p:spPr bwMode="auto">
          <a:xfrm>
            <a:off x="6781800" y="4975323"/>
            <a:ext cx="2133600" cy="162000"/>
          </a:xfrm>
        </p:spPr>
        <p:txBody>
          <a:bodyPr/>
          <a:lstStyle/>
          <a:p>
            <a:pPr>
              <a:defRPr/>
            </a:pPr>
            <a:fld id="{047E9BF5-5E6A-814E-BFED-61EE6B090993}" type="datetime1">
              <a:rPr lang="de-DE"/>
              <a:t>15.07.2026</a:t>
            </a:fld>
            <a:endParaRPr lang="en-US"/>
          </a:p>
        </p:txBody>
      </p:sp>
      <p:sp>
        <p:nvSpPr>
          <p:cNvPr id="1254310202" name="Footer Placeholder 5"/>
          <p:cNvSpPr>
            <a:spLocks noGrp="1"/>
          </p:cNvSpPr>
          <p:nvPr>
            <p:ph type="ftr" sz="quarter" idx="11"/>
          </p:nvPr>
        </p:nvSpPr>
        <p:spPr bwMode="auto">
          <a:xfrm>
            <a:off x="3124200" y="4964523"/>
            <a:ext cx="2895600" cy="1728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80453487" name="Slide Number Placeholder 6"/>
          <p:cNvSpPr>
            <a:spLocks noGrp="1"/>
          </p:cNvSpPr>
          <p:nvPr>
            <p:ph type="sldNum" sz="quarter" idx="12"/>
          </p:nvPr>
        </p:nvSpPr>
        <p:spPr bwMode="auto">
          <a:xfrm>
            <a:off x="457200" y="4975323"/>
            <a:ext cx="2133600" cy="162000"/>
          </a:xfrm>
        </p:spPr>
        <p:txBody>
          <a:bodyPr/>
          <a:lstStyle/>
          <a:p>
            <a:pPr>
              <a:defRPr/>
            </a:pPr>
            <a:fld id="{C5EF2332-01BF-834F-8236-50238282D533}" type="slidenum">
              <a:rPr lang="en-US"/>
              <a:t>‹#›</a:t>
            </a:fld>
            <a:endParaRPr lang="en-US"/>
          </a:p>
        </p:txBody>
      </p:sp>
      <p:sp>
        <p:nvSpPr>
          <p:cNvPr id="1636208365" name="Inhaltsplatzhalter 3"/>
          <p:cNvSpPr>
            <a:spLocks noGrp="1"/>
          </p:cNvSpPr>
          <p:nvPr>
            <p:ph sz="half" idx="13"/>
          </p:nvPr>
        </p:nvSpPr>
        <p:spPr bwMode="auto">
          <a:xfrm>
            <a:off x="3619500" y="914400"/>
            <a:ext cx="5295899" cy="4114800"/>
          </a:xfrm>
        </p:spPr>
        <p:txBody>
          <a:bodyPr/>
          <a:lstStyle>
            <a:lvl1pPr>
              <a:defRPr sz="1500"/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1233333781" name="Rectangle 3"/>
          <p:cNvSpPr>
            <a:spLocks noChangeArrowheads="1" noGrp="1"/>
          </p:cNvSpPr>
          <p:nvPr>
            <p:ph type="title"/>
          </p:nvPr>
        </p:nvSpPr>
        <p:spPr bwMode="auto">
          <a:xfrm>
            <a:off x="457200" y="87474"/>
            <a:ext cx="8458200" cy="76977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b" anchorCtr="0" compatLnSpc="1">
            <a:prstTxWarp prst="textNoShape"/>
          </a:bodyPr>
          <a:lstStyle/>
          <a:p>
            <a:pPr lvl="0">
              <a:defRPr/>
            </a:pPr>
            <a:r>
              <a:rPr lang="de-DE"/>
              <a:t>Mastertitelformat bearbeiten</a:t>
            </a:r>
            <a:endParaRPr/>
          </a:p>
        </p:txBody>
      </p:sp>
    </p:spTree>
  </p:cSld>
  <p:clrMapOvr>
    <a:masterClrMapping/>
  </p:clrMapOvr>
  <p:hf dt="0" ftr="0" hdr="0" sldNum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4550985" name="Title 1"/>
          <p:cNvSpPr>
            <a:spLocks noGrp="1"/>
          </p:cNvSpPr>
          <p:nvPr>
            <p:ph type="title"/>
          </p:nvPr>
        </p:nvSpPr>
        <p:spPr bwMode="auto">
          <a:xfrm>
            <a:off x="1792288" y="3600450"/>
            <a:ext cx="5486400" cy="425054"/>
          </a:xfrm>
          <a:prstGeom prst="rect">
            <a:avLst/>
          </a:prstGeom>
        </p:spPr>
        <p:txBody>
          <a:bodyPr anchor="b"/>
          <a:lstStyle>
            <a:lvl1pPr algn="l">
              <a:defRPr sz="15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371411131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1792288" y="459581"/>
            <a:ext cx="5486400" cy="308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>
              <a:defRPr/>
            </a:pPr>
            <a:endParaRPr lang="en-US"/>
          </a:p>
        </p:txBody>
      </p:sp>
      <p:sp>
        <p:nvSpPr>
          <p:cNvPr id="108202202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1792288" y="4025503"/>
            <a:ext cx="5486400" cy="603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700"/>
            </a:lvl4pPr>
            <a:lvl5pPr marL="1371600" indent="0">
              <a:buNone/>
              <a:defRPr sz="700"/>
            </a:lvl5pPr>
            <a:lvl6pPr marL="1714500" indent="0">
              <a:buNone/>
              <a:defRPr sz="700"/>
            </a:lvl6pPr>
            <a:lvl7pPr marL="2057400" indent="0">
              <a:buNone/>
              <a:defRPr sz="700"/>
            </a:lvl7pPr>
            <a:lvl8pPr marL="2400300" indent="0">
              <a:buNone/>
              <a:defRPr sz="700"/>
            </a:lvl8pPr>
            <a:lvl9pPr marL="2743200" indent="0">
              <a:buNone/>
              <a:defRPr sz="7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557291636" name="Date Placeholder 4"/>
          <p:cNvSpPr>
            <a:spLocks noGrp="1"/>
          </p:cNvSpPr>
          <p:nvPr>
            <p:ph type="dt" sz="half" idx="10"/>
          </p:nvPr>
        </p:nvSpPr>
        <p:spPr bwMode="auto">
          <a:xfrm>
            <a:off x="6781800" y="4975323"/>
            <a:ext cx="2133600" cy="162000"/>
          </a:xfrm>
        </p:spPr>
        <p:txBody>
          <a:bodyPr/>
          <a:lstStyle/>
          <a:p>
            <a:pPr>
              <a:defRPr/>
            </a:pPr>
            <a:fld id="{FC224E9E-5140-C545-A8A2-C2E1EBDB5371}" type="datetime1">
              <a:rPr lang="de-DE"/>
              <a:t>15.07.2026</a:t>
            </a:fld>
            <a:endParaRPr lang="en-US"/>
          </a:p>
        </p:txBody>
      </p:sp>
      <p:sp>
        <p:nvSpPr>
          <p:cNvPr id="122257531" name="Footer Placeholder 5"/>
          <p:cNvSpPr>
            <a:spLocks noGrp="1"/>
          </p:cNvSpPr>
          <p:nvPr>
            <p:ph type="ftr" sz="quarter" idx="11"/>
          </p:nvPr>
        </p:nvSpPr>
        <p:spPr bwMode="auto">
          <a:xfrm>
            <a:off x="3124200" y="4964523"/>
            <a:ext cx="2895600" cy="1728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65820098" name="Slide Number Placeholder 6"/>
          <p:cNvSpPr>
            <a:spLocks noGrp="1"/>
          </p:cNvSpPr>
          <p:nvPr>
            <p:ph type="sldNum" sz="quarter" idx="12"/>
          </p:nvPr>
        </p:nvSpPr>
        <p:spPr bwMode="auto">
          <a:xfrm>
            <a:off x="457200" y="4975323"/>
            <a:ext cx="2133600" cy="162000"/>
          </a:xfrm>
        </p:spPr>
        <p:txBody>
          <a:bodyPr/>
          <a:lstStyle/>
          <a:p>
            <a:pPr>
              <a:defRPr/>
            </a:pPr>
            <a:fld id="{C5EF2332-01BF-834F-8236-50238282D533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hf dt="0" ftr="0" hdr="0" sldNum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0626066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457200" y="914400"/>
            <a:ext cx="8458200" cy="4114800"/>
          </a:xfrm>
          <a:prstGeom prst="rect">
            <a:avLst/>
          </a:prstGeo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832625471" name="Date Placeholder 3"/>
          <p:cNvSpPr>
            <a:spLocks noGrp="1"/>
          </p:cNvSpPr>
          <p:nvPr>
            <p:ph type="dt" sz="half" idx="10"/>
          </p:nvPr>
        </p:nvSpPr>
        <p:spPr bwMode="auto">
          <a:xfrm>
            <a:off x="6781800" y="4975323"/>
            <a:ext cx="2133600" cy="162000"/>
          </a:xfrm>
        </p:spPr>
        <p:txBody>
          <a:bodyPr/>
          <a:lstStyle/>
          <a:p>
            <a:pPr>
              <a:defRPr/>
            </a:pPr>
            <a:fld id="{F2BC9F30-B097-DD4C-AF67-2CA692E2C6A6}" type="datetime1">
              <a:rPr lang="de-DE"/>
              <a:t>15.07.2026</a:t>
            </a:fld>
            <a:endParaRPr lang="en-US"/>
          </a:p>
        </p:txBody>
      </p:sp>
      <p:sp>
        <p:nvSpPr>
          <p:cNvPr id="881290005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3124200" y="4964523"/>
            <a:ext cx="2895600" cy="1728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41341398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457200" y="4975323"/>
            <a:ext cx="2133600" cy="162000"/>
          </a:xfrm>
        </p:spPr>
        <p:txBody>
          <a:bodyPr/>
          <a:lstStyle/>
          <a:p>
            <a:pPr>
              <a:defRPr/>
            </a:pPr>
            <a:fld id="{C5EF2332-01BF-834F-8236-50238282D533}" type="slidenum">
              <a:rPr lang="en-US"/>
              <a:t>‹#›</a:t>
            </a:fld>
            <a:endParaRPr lang="en-US"/>
          </a:p>
        </p:txBody>
      </p:sp>
      <p:sp>
        <p:nvSpPr>
          <p:cNvPr id="1899697952" name="Rectangle 3"/>
          <p:cNvSpPr>
            <a:spLocks noChangeArrowheads="1" noGrp="1"/>
          </p:cNvSpPr>
          <p:nvPr>
            <p:ph type="title"/>
          </p:nvPr>
        </p:nvSpPr>
        <p:spPr bwMode="auto">
          <a:xfrm>
            <a:off x="457200" y="87474"/>
            <a:ext cx="8458200" cy="76977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b" anchorCtr="0" compatLnSpc="1">
            <a:prstTxWarp prst="textNoShape"/>
          </a:bodyPr>
          <a:lstStyle/>
          <a:p>
            <a:pPr lvl="0">
              <a:defRPr/>
            </a:pPr>
            <a:r>
              <a:rPr lang="de-DE"/>
              <a:t>Mastertitelformat bearbeiten</a:t>
            </a:r>
            <a:endParaRPr/>
          </a:p>
        </p:txBody>
      </p:sp>
    </p:spTree>
  </p:cSld>
  <p:clrMapOvr>
    <a:masterClrMapping/>
  </p:clrMapOvr>
  <p:hf dt="0" ftr="0" hdr="0" sldNum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2442984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6629400" y="205978"/>
            <a:ext cx="2286000" cy="4823221"/>
          </a:xfrm>
          <a:prstGeom prst="rect">
            <a:avLst/>
          </a:prstGeo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379515992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457200" y="205979"/>
            <a:ext cx="6019800" cy="4823220"/>
          </a:xfrm>
          <a:prstGeom prst="rect">
            <a:avLst/>
          </a:prstGeo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290150841" name="Date Placeholder 3"/>
          <p:cNvSpPr>
            <a:spLocks noGrp="1"/>
          </p:cNvSpPr>
          <p:nvPr>
            <p:ph type="dt" sz="half" idx="10"/>
          </p:nvPr>
        </p:nvSpPr>
        <p:spPr bwMode="auto">
          <a:xfrm>
            <a:off x="6781800" y="4975323"/>
            <a:ext cx="2133600" cy="162000"/>
          </a:xfrm>
        </p:spPr>
        <p:txBody>
          <a:bodyPr/>
          <a:lstStyle/>
          <a:p>
            <a:pPr>
              <a:defRPr/>
            </a:pPr>
            <a:fld id="{A1915E92-8591-0D4C-A8F4-9EE7DD17135B}" type="datetime1">
              <a:rPr lang="de-DE"/>
              <a:t>15.07.2026</a:t>
            </a:fld>
            <a:endParaRPr lang="en-US"/>
          </a:p>
        </p:txBody>
      </p:sp>
      <p:sp>
        <p:nvSpPr>
          <p:cNvPr id="778104953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3124200" y="4964523"/>
            <a:ext cx="2895600" cy="1728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77750184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457200" y="4975323"/>
            <a:ext cx="2133600" cy="162000"/>
          </a:xfrm>
        </p:spPr>
        <p:txBody>
          <a:bodyPr/>
          <a:lstStyle/>
          <a:p>
            <a:pPr>
              <a:defRPr/>
            </a:pPr>
            <a:fld id="{C5EF2332-01BF-834F-8236-50238282D533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hf dt="0" ftr="0" hdr="0" sldNum="1"/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092351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6781800" y="4975323"/>
            <a:ext cx="2133600" cy="162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9D44905D-E586-C348-8432-BB6C5E375EEE}" type="datetime1">
              <a:rPr lang="de-DE"/>
              <a:t>15.07.2026</a:t>
            </a:fld>
            <a:endParaRPr lang="en-US"/>
          </a:p>
        </p:txBody>
      </p:sp>
      <p:sp>
        <p:nvSpPr>
          <p:cNvPr id="273710610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457200" y="4975323"/>
            <a:ext cx="2133600" cy="162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C5EF2332-01BF-834F-8236-50238282D533}" type="slidenum">
              <a:rPr lang="en-US"/>
              <a:t>‹#›</a:t>
            </a:fld>
            <a:endParaRPr lang="en-US"/>
          </a:p>
        </p:txBody>
      </p:sp>
      <p:sp>
        <p:nvSpPr>
          <p:cNvPr id="1581240976" name="Rectangle 3"/>
          <p:cNvSpPr>
            <a:spLocks noChangeArrowheads="1" noGrp="1"/>
          </p:cNvSpPr>
          <p:nvPr>
            <p:ph type="title"/>
          </p:nvPr>
        </p:nvSpPr>
        <p:spPr bwMode="auto">
          <a:xfrm>
            <a:off x="457200" y="87474"/>
            <a:ext cx="8458200" cy="76977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b" anchorCtr="0" compatLnSpc="1">
            <a:prstTxWarp prst="textNoShape"/>
          </a:bodyPr>
          <a:lstStyle/>
          <a:p>
            <a:pPr lvl="0"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1905774622" name="Rectangle 4"/>
          <p:cNvSpPr>
            <a:spLocks noChangeArrowheads="1" noGrp="1"/>
          </p:cNvSpPr>
          <p:nvPr>
            <p:ph type="body" idx="1"/>
          </p:nvPr>
        </p:nvSpPr>
        <p:spPr bwMode="auto">
          <a:xfrm>
            <a:off x="457200" y="914400"/>
            <a:ext cx="8458200" cy="41148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cxnSp>
        <p:nvCxnSpPr>
          <p:cNvPr id="15272503" name="Gerade Verbindung 14"/>
          <p:cNvCxnSpPr/>
          <p:nvPr userDrawn="1"/>
        </p:nvCxnSpPr>
        <p:spPr bwMode="auto">
          <a:xfrm>
            <a:off x="0" y="857251"/>
            <a:ext cx="9144000" cy="0"/>
          </a:xfrm>
          <a:prstGeom prst="line">
            <a:avLst/>
          </a:prstGeom>
          <a:ln w="25400">
            <a:solidFill>
              <a:srgbClr val="B3B3B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65589900" name="Fußzeilenplatzhalter 8"/>
          <p:cNvSpPr>
            <a:spLocks noGrp="1"/>
          </p:cNvSpPr>
          <p:nvPr>
            <p:ph type="ftr" sz="quarter" idx="3"/>
          </p:nvPr>
        </p:nvSpPr>
        <p:spPr bwMode="auto">
          <a:xfrm>
            <a:off x="3028950" y="4964523"/>
            <a:ext cx="3086100" cy="172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de-D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1"/>
  <p:txStyles>
    <p:titleStyle>
      <a:lvl1pPr algn="l" defTabSz="342900" rtl="0">
        <a:spcBef>
          <a:spcPts val="0"/>
        </a:spcBef>
        <a:buNone/>
        <a:defRPr sz="1800">
          <a:solidFill>
            <a:schemeClr val="tx1">
              <a:lumMod val="50000"/>
              <a:lumOff val="50000"/>
            </a:schemeClr>
          </a:solidFill>
          <a:latin typeface="+mj-lt"/>
          <a:ea typeface="+mj-ea"/>
          <a:cs typeface="+mj-cs"/>
        </a:defRPr>
      </a:lvl1pPr>
    </p:titleStyle>
    <p:bodyStyle>
      <a:lvl1pPr marL="255600" indent="-255600" algn="l" defTabSz="914400" rtl="0">
        <a:spcBef>
          <a:spcPts val="0"/>
        </a:spcBef>
        <a:buClr>
          <a:schemeClr val="accent2"/>
        </a:buClr>
        <a:buSzPct val="100000"/>
        <a:buFont typeface="Wingdings"/>
        <a:buChar char="§"/>
        <a:defRPr lang="en-US" sz="1500">
          <a:solidFill>
            <a:schemeClr val="tx2"/>
          </a:solidFill>
          <a:latin typeface="+mn-lt"/>
          <a:ea typeface="ＭＳ Ｐゴシック"/>
          <a:cs typeface="+mn-cs"/>
        </a:defRPr>
      </a:lvl1pPr>
      <a:lvl2pPr marL="558000" indent="-216000" algn="l" defTabSz="914400" rtl="0">
        <a:spcBef>
          <a:spcPts val="0"/>
        </a:spcBef>
        <a:buClr>
          <a:schemeClr val="tx2"/>
        </a:buClr>
        <a:buFont typeface="Arial"/>
        <a:buChar char="–"/>
        <a:defRPr lang="en-US" sz="1500">
          <a:solidFill>
            <a:schemeClr val="tx1"/>
          </a:solidFill>
          <a:latin typeface="+mn-lt"/>
          <a:ea typeface="ＭＳ Ｐゴシック"/>
          <a:cs typeface="+mn-cs"/>
        </a:defRPr>
      </a:lvl2pPr>
      <a:lvl3pPr marL="856800" indent="-172800" algn="l" defTabSz="914400" rtl="0">
        <a:spcBef>
          <a:spcPts val="0"/>
        </a:spcBef>
        <a:buClr>
          <a:schemeClr val="bg2"/>
        </a:buClr>
        <a:buFont typeface="Arial"/>
        <a:buChar char="•"/>
        <a:defRPr lang="en-US" sz="1500">
          <a:solidFill>
            <a:schemeClr val="tx1"/>
          </a:solidFill>
          <a:latin typeface="+mn-lt"/>
          <a:ea typeface="ＭＳ Ｐゴシック"/>
          <a:cs typeface="+mn-cs"/>
        </a:defRPr>
      </a:lvl3pPr>
      <a:lvl4pPr marL="1198800" indent="-172800" algn="l" defTabSz="914400" rtl="0">
        <a:spcBef>
          <a:spcPts val="0"/>
        </a:spcBef>
        <a:buFont typeface="Arial"/>
        <a:buChar char="–"/>
        <a:defRPr sz="1500">
          <a:solidFill>
            <a:schemeClr val="tx1"/>
          </a:solidFill>
          <a:latin typeface="+mn-lt"/>
          <a:ea typeface="+mn-ea"/>
          <a:cs typeface="+mn-cs"/>
        </a:defRPr>
      </a:lvl4pPr>
      <a:lvl5pPr marL="1544400" indent="-172800" algn="l" defTabSz="914400" rtl="0">
        <a:spcBef>
          <a:spcPts val="0"/>
        </a:spcBef>
        <a:buFont typeface="Arial"/>
        <a:buChar char="»"/>
        <a:defRPr sz="15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>
        <a:spcBef>
          <a:spcPts val="0"/>
        </a:spcBef>
        <a:buFont typeface="Arial"/>
        <a:buChar char="•"/>
        <a:defRPr sz="15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>
        <a:spcBef>
          <a:spcPts val="0"/>
        </a:spcBef>
        <a:buFont typeface="Arial"/>
        <a:buChar char="•"/>
        <a:defRPr sz="15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>
        <a:spcBef>
          <a:spcPts val="0"/>
        </a:spcBef>
        <a:buFont typeface="Arial"/>
        <a:buChar char="•"/>
        <a:defRPr sz="15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>
        <a:spcBef>
          <a:spcPts val="0"/>
        </a:spcBef>
        <a:buFont typeface="Arial"/>
        <a:buChar char="•"/>
        <a:defRPr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>
        <a:defRPr sz="135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>
        <a:defRPr sz="135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>
        <a:defRPr sz="135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>
        <a:defRPr sz="135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>
        <a:defRPr sz="135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>
        <a:defRPr sz="135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>
        <a:defRPr sz="135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>
        <a:defRPr sz="135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>
        <a:defRPr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jp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microsoft.com/office/2007/relationships/diagramDrawing" Target="../diagrams/drawing1.xml" /><Relationship Id="rId4" Type="http://schemas.openxmlformats.org/officeDocument/2006/relationships/diagramData" Target="../diagrams/data1.xml" /><Relationship Id="rId5" Type="http://schemas.openxmlformats.org/officeDocument/2006/relationships/diagramColors" Target="../diagrams/colors1.xml" /><Relationship Id="rId6" Type="http://schemas.openxmlformats.org/officeDocument/2006/relationships/diagramLayout" Target="../diagrams/layout1.xml" /><Relationship Id="rId7" Type="http://schemas.openxmlformats.org/officeDocument/2006/relationships/diagramQuickStyle" Target="../diagrams/quickStyle1.xml" 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microsoft.com/office/2007/relationships/diagramDrawing" Target="../diagrams/drawing2.xml" /><Relationship Id="rId4" Type="http://schemas.openxmlformats.org/officeDocument/2006/relationships/diagramData" Target="../diagrams/data2.xml" /><Relationship Id="rId5" Type="http://schemas.openxmlformats.org/officeDocument/2006/relationships/diagramColors" Target="../diagrams/colors2.xml" /><Relationship Id="rId6" Type="http://schemas.openxmlformats.org/officeDocument/2006/relationships/diagramLayout" Target="../diagrams/layout2.xml" /><Relationship Id="rId7" Type="http://schemas.openxmlformats.org/officeDocument/2006/relationships/diagramQuickStyle" Target="../diagrams/quickStyle2.xml" 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microsoft.com/office/2007/relationships/diagramDrawing" Target="../diagrams/drawing3.xml" /><Relationship Id="rId4" Type="http://schemas.openxmlformats.org/officeDocument/2006/relationships/diagramData" Target="../diagrams/data3.xml" /><Relationship Id="rId5" Type="http://schemas.openxmlformats.org/officeDocument/2006/relationships/diagramColors" Target="../diagrams/colors3.xml" /><Relationship Id="rId6" Type="http://schemas.openxmlformats.org/officeDocument/2006/relationships/diagramLayout" Target="../diagrams/layout3.xml" /><Relationship Id="rId7" Type="http://schemas.openxmlformats.org/officeDocument/2006/relationships/diagramQuickStyle" Target="../diagrams/quickStyle3.xml" 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arxiv.org/abs/2302.04787" TargetMode="External"/><Relationship Id="rId4" Type="http://schemas.openxmlformats.org/officeDocument/2006/relationships/hyperlink" Target="https://arxiv.org/abs/2007.14390" TargetMode="External"/><Relationship Id="rId5" Type="http://schemas.openxmlformats.org/officeDocument/2006/relationships/hyperlink" Target="https://arxiv.org/abs/2012.13995" TargetMode="Externa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arxiv.org/abs/1911.08772" TargetMode="External"/><Relationship Id="rId4" Type="http://schemas.openxmlformats.org/officeDocument/2006/relationships/hyperlink" Target="https://arxiv.org/abs/2102.08166" TargetMode="External"/><Relationship Id="rId5" Type="http://schemas.openxmlformats.org/officeDocument/2006/relationships/hyperlink" Target="http://dx.doi.org/10.1109/CSF.2017.11" TargetMode="Externa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png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5643293" name="Textplatzhalter 11"/>
          <p:cNvSpPr>
            <a:spLocks noGrp="1"/>
          </p:cNvSpPr>
          <p:nvPr>
            <p:ph type="body" sz="quarter" idx="13"/>
          </p:nvPr>
        </p:nvSpPr>
        <p:spPr bwMode="auto">
          <a:xfrm>
            <a:off x="2555776" y="87474"/>
            <a:ext cx="6480720" cy="918102"/>
          </a:xfrm>
        </p:spPr>
        <p:txBody>
          <a:bodyPr/>
          <a:lstStyle/>
          <a:p>
            <a:pPr>
              <a:defRPr/>
            </a:pPr>
            <a:r>
              <a:rPr lang="de-DE">
                <a:solidFill>
                  <a:srgbClr val="000000"/>
                </a:solidFill>
                <a:ea typeface="+mn-lt"/>
                <a:cs typeface="+mn-lt"/>
              </a:rPr>
              <a:t>Master Project Seminar Data </a:t>
            </a:r>
            <a:r>
              <a:rPr lang="de-DE">
                <a:solidFill>
                  <a:srgbClr val="000000"/>
                </a:solidFill>
                <a:ea typeface="+mn-lt"/>
                <a:cs typeface="+mn-lt"/>
              </a:rPr>
              <a:t>Protection</a:t>
            </a:r>
            <a:r>
              <a:rPr lang="de-DE">
                <a:solidFill>
                  <a:srgbClr val="000000"/>
                </a:solidFill>
                <a:ea typeface="+mn-lt"/>
                <a:cs typeface="+mn-lt"/>
              </a:rPr>
              <a:t> and Data Security</a:t>
            </a:r>
            <a:endParaRPr lang="en-US">
              <a:solidFill>
                <a:srgbClr val="000000"/>
              </a:solidFill>
              <a:cs typeface="+mn-lt"/>
            </a:endParaRPr>
          </a:p>
          <a:p>
            <a:pPr>
              <a:defRPr/>
            </a:pPr>
            <a:r>
              <a:rPr lang="de-DE">
                <a:solidFill>
                  <a:srgbClr val="000000"/>
                </a:solidFill>
                <a:ea typeface="+mn-lt"/>
                <a:cs typeface="+mn-lt"/>
              </a:rPr>
              <a:t>Hamburg, 20</a:t>
            </a:r>
            <a:r>
              <a:rPr lang="de-DE" baseline="30000">
                <a:solidFill>
                  <a:srgbClr val="000000"/>
                </a:solidFill>
                <a:ea typeface="+mn-lt"/>
                <a:cs typeface="+mn-lt"/>
              </a:rPr>
              <a:t>th</a:t>
            </a:r>
            <a:r>
              <a:rPr lang="de-DE">
                <a:solidFill>
                  <a:srgbClr val="000000"/>
                </a:solidFill>
                <a:ea typeface="+mn-lt"/>
                <a:cs typeface="+mn-lt"/>
              </a:rPr>
              <a:t> of </a:t>
            </a:r>
            <a:r>
              <a:rPr lang="de-DE">
                <a:solidFill>
                  <a:srgbClr val="000000"/>
                </a:solidFill>
                <a:ea typeface="+mn-lt"/>
                <a:cs typeface="+mn-lt"/>
              </a:rPr>
              <a:t>July</a:t>
            </a:r>
            <a:r>
              <a:rPr lang="de-DE">
                <a:solidFill>
                  <a:srgbClr val="000000"/>
                </a:solidFill>
                <a:ea typeface="+mn-lt"/>
                <a:cs typeface="+mn-lt"/>
              </a:rPr>
              <a:t> 2026</a:t>
            </a:r>
            <a:endParaRPr lang="en-US">
              <a:cs typeface="Calibri"/>
            </a:endParaRPr>
          </a:p>
          <a:p>
            <a:pPr>
              <a:defRPr/>
            </a:pPr>
            <a:endParaRPr lang="de-DE">
              <a:cs typeface="Calibri"/>
            </a:endParaRPr>
          </a:p>
        </p:txBody>
      </p:sp>
      <p:sp>
        <p:nvSpPr>
          <p:cNvPr id="746449420" name="Title 1"/>
          <p:cNvSpPr>
            <a:spLocks noGrp="1"/>
          </p:cNvSpPr>
          <p:nvPr>
            <p:ph type="ctrTitle"/>
          </p:nvPr>
        </p:nvSpPr>
        <p:spPr bwMode="auto">
          <a:xfrm>
            <a:off x="2362199" y="2304306"/>
            <a:ext cx="6781800" cy="800100"/>
          </a:xfrm>
        </p:spPr>
        <p:txBody>
          <a:bodyPr/>
          <a:lstStyle/>
          <a:p>
            <a:pPr>
              <a:defRPr/>
            </a:pPr>
            <a:r>
              <a:rPr lang="de-DE">
                <a:ea typeface="+mj-lt"/>
                <a:cs typeface="+mj-lt"/>
              </a:rPr>
              <a:t>Navigating</a:t>
            </a:r>
            <a:r>
              <a:rPr lang="de-DE">
                <a:ea typeface="+mj-lt"/>
                <a:cs typeface="+mj-lt"/>
              </a:rPr>
              <a:t> </a:t>
            </a:r>
            <a:r>
              <a:rPr lang="de-DE">
                <a:ea typeface="+mj-lt"/>
                <a:cs typeface="+mj-lt"/>
              </a:rPr>
              <a:t>the</a:t>
            </a:r>
            <a:endParaRPr lang="en-US"/>
          </a:p>
          <a:p>
            <a:pPr>
              <a:defRPr/>
            </a:pPr>
            <a:r>
              <a:rPr lang="de-DE">
                <a:ea typeface="+mj-lt"/>
                <a:cs typeface="+mj-lt"/>
              </a:rPr>
              <a:t>Privacy-</a:t>
            </a:r>
            <a:r>
              <a:rPr lang="de-DE">
                <a:ea typeface="+mj-lt"/>
                <a:cs typeface="+mj-lt"/>
              </a:rPr>
              <a:t>Robustness</a:t>
            </a:r>
            <a:r>
              <a:rPr lang="de-DE">
                <a:ea typeface="+mj-lt"/>
                <a:cs typeface="+mj-lt"/>
              </a:rPr>
              <a:t>-Performance-Trilemma</a:t>
            </a:r>
            <a:endParaRPr lang="de-DE"/>
          </a:p>
          <a:p>
            <a:pPr>
              <a:defRPr/>
            </a:pPr>
            <a:r>
              <a:rPr lang="de-DE">
                <a:ea typeface="+mj-lt"/>
                <a:cs typeface="+mj-lt"/>
              </a:rPr>
              <a:t>in Federated Learning</a:t>
            </a:r>
            <a:endParaRPr lang="de-DE"/>
          </a:p>
        </p:txBody>
      </p:sp>
      <p:sp>
        <p:nvSpPr>
          <p:cNvPr id="596856933" name="Subtitle 2"/>
          <p:cNvSpPr>
            <a:spLocks noGrp="1"/>
          </p:cNvSpPr>
          <p:nvPr>
            <p:ph type="subTitle" idx="1"/>
          </p:nvPr>
        </p:nvSpPr>
        <p:spPr bwMode="auto">
          <a:xfrm>
            <a:off x="2362199" y="3790206"/>
            <a:ext cx="6781800" cy="742950"/>
          </a:xfrm>
        </p:spPr>
        <p:txBody>
          <a:bodyPr/>
          <a:lstStyle/>
          <a:p>
            <a:pPr>
              <a:defRPr/>
            </a:pPr>
            <a:r>
              <a:rPr lang="de-DE">
                <a:ea typeface="ＭＳ Ｐゴシック"/>
              </a:rPr>
              <a:t>Jonas Müller, Rebekka </a:t>
            </a:r>
            <a:r>
              <a:rPr lang="de-DE">
                <a:ea typeface="ＭＳ Ｐゴシック"/>
              </a:rPr>
              <a:t>Schnoor</a:t>
            </a:r>
            <a:endParaRPr lang="en-US">
              <a:cs typeface="Calibri"/>
            </a:endParaRPr>
          </a:p>
          <a:p>
            <a:pPr>
              <a:defRPr/>
            </a:pPr>
            <a:endParaRPr lang="de-DE">
              <a:cs typeface="Calibri"/>
            </a:endParaRPr>
          </a:p>
          <a:p>
            <a:pPr>
              <a:defRPr/>
            </a:pPr>
            <a:r>
              <a:rPr lang="de-DE">
                <a:ea typeface="ＭＳ Ｐゴシック"/>
                <a:cs typeface="Calibri"/>
              </a:rPr>
              <a:t>20.07.2026</a:t>
            </a:r>
            <a:endParaRPr lang="de-DE">
              <a:ea typeface="ＭＳ Ｐゴシック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1616502" name="Content Placeholder 1"/>
          <p:cNvSpPr>
            <a:spLocks noGrp="1"/>
          </p:cNvSpPr>
          <p:nvPr>
            <p:ph sz="quarter" idx="13"/>
          </p:nvPr>
        </p:nvSpPr>
        <p:spPr bwMode="auto"/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 marL="255270" indent="-255270">
              <a:lnSpc>
                <a:spcPct val="200000"/>
              </a:lnSpc>
              <a:buClr>
                <a:srgbClr val="C1212A"/>
              </a:buClr>
              <a:buFont typeface="Wingdings"/>
              <a:buChar char="§"/>
              <a:defRPr/>
            </a:pPr>
            <a:r>
              <a:rPr lang="en-US">
                <a:solidFill>
                  <a:srgbClr val="325786"/>
                </a:solidFill>
                <a:ea typeface="ＭＳ Ｐゴシック"/>
                <a:cs typeface="Calibri"/>
              </a:rPr>
              <a:t>Motivation</a:t>
            </a:r>
            <a:endParaRPr lang="en-US">
              <a:solidFill>
                <a:srgbClr val="325786"/>
              </a:solidFill>
              <a:cs typeface="Calibri"/>
            </a:endParaRPr>
          </a:p>
          <a:p>
            <a:pPr>
              <a:lnSpc>
                <a:spcPct val="200000"/>
              </a:lnSpc>
              <a:buClr>
                <a:srgbClr val="C1212A"/>
              </a:buClr>
              <a:buFont typeface="Wingdings"/>
              <a:buChar char="§"/>
              <a:defRPr/>
            </a:pPr>
            <a:r>
              <a:rPr lang="en-US">
                <a:solidFill>
                  <a:srgbClr val="325786"/>
                </a:solidFill>
                <a:ea typeface="ＭＳ Ｐゴシック"/>
                <a:cs typeface="Calibri"/>
              </a:rPr>
              <a:t>Background</a:t>
            </a:r>
            <a:endParaRPr/>
          </a:p>
          <a:p>
            <a:pPr>
              <a:lnSpc>
                <a:spcPct val="200000"/>
              </a:lnSpc>
              <a:buClr>
                <a:srgbClr val="C1212A"/>
              </a:buClr>
              <a:buFont typeface="Wingdings"/>
              <a:buChar char="§"/>
              <a:defRPr/>
            </a:pPr>
            <a:r>
              <a:rPr lang="en-US">
                <a:solidFill>
                  <a:srgbClr val="325786"/>
                </a:solidFill>
                <a:ea typeface="ＭＳ Ｐゴシック"/>
                <a:cs typeface="Calibri"/>
              </a:rPr>
              <a:t>Threat Model</a:t>
            </a:r>
            <a:endParaRPr/>
          </a:p>
          <a:p>
            <a:pPr>
              <a:lnSpc>
                <a:spcPct val="200000"/>
              </a:lnSpc>
              <a:buClr>
                <a:srgbClr val="C1212A"/>
              </a:buClr>
              <a:buFont typeface="Wingdings"/>
              <a:buChar char="§"/>
              <a:defRPr/>
            </a:pPr>
            <a:r>
              <a:rPr lang="en-US">
                <a:solidFill>
                  <a:srgbClr val="325786"/>
                </a:solidFill>
                <a:ea typeface="ＭＳ Ｐゴシック"/>
                <a:cs typeface="Calibri"/>
              </a:rPr>
              <a:t>Research Questions</a:t>
            </a:r>
            <a:endParaRPr/>
          </a:p>
          <a:p>
            <a:pPr>
              <a:lnSpc>
                <a:spcPct val="200000"/>
              </a:lnSpc>
              <a:buClr>
                <a:srgbClr val="C1212A"/>
              </a:buClr>
              <a:buFont typeface="Wingdings"/>
              <a:buChar char="§"/>
              <a:defRPr/>
            </a:pPr>
            <a:r>
              <a:rPr lang="en-US">
                <a:solidFill>
                  <a:srgbClr val="325786"/>
                </a:solidFill>
                <a:ea typeface="ＭＳ Ｐゴシック"/>
                <a:cs typeface="Calibri"/>
              </a:rPr>
              <a:t>Experimental Setup</a:t>
            </a:r>
            <a:endParaRPr/>
          </a:p>
        </p:txBody>
      </p:sp>
      <p:sp>
        <p:nvSpPr>
          <p:cNvPr id="16110540" name="Slide Number Placeholder 2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5EF2332-01BF-834F-8236-50238282D533}" type="slidenum">
              <a:rPr lang="en-US"/>
              <a:t>2</a:t>
            </a:fld>
            <a:endParaRPr lang="en-US"/>
          </a:p>
        </p:txBody>
      </p:sp>
      <p:sp>
        <p:nvSpPr>
          <p:cNvPr id="1680262128" name="Title 3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>
                <a:ea typeface="Calibri"/>
                <a:cs typeface="Calibri"/>
              </a:rPr>
              <a:t>Agenda</a:t>
            </a: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aphicFrame>
        <p:nvGraphicFramePr>
          <p:cNvPr id="1671689361" name="Content Placeholder 5"/>
          <p:cNvGraphicFramePr>
            <a:graphicFrameLocks xmlns:a="http://schemas.openxmlformats.org/drawingml/2006/main" noGrp="1"/>
          </p:cNvGraphicFramePr>
          <p:nvPr>
            <p:ph sz="quarter" idx="13"/>
          </p:nvPr>
        </p:nvGraphicFramePr>
        <p:xfrm rot="0">
          <a:off x="452700" y="1121400"/>
          <a:ext cx="8458200" cy="2097214"/>
        </p:xfrm>
        <a:graphic>
          <a:graphicData uri="http://schemas.openxmlformats.org/drawingml/2006/table">
            <a:tbl>
              <a:tblPr firstRow="1" firstCol="0" lastRow="0" lastCol="0" bandRow="0" bandCol="0">
                <a:tableStyleId>{5C22544A-7EE6-4342-B048-85BDC9FD1C3A}</a:tableStyleId>
              </a:tblPr>
              <a:tblGrid>
                <a:gridCol w="2819400"/>
                <a:gridCol w="2819400"/>
                <a:gridCol w="2819400"/>
              </a:tblGrid>
              <a:tr h="445163"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en-US"/>
                        <a:t>Property</a:t>
                      </a:r>
                      <a:endParaRPr/>
                    </a:p>
                  </a:txBody>
                  <a:tcPr anchor="ctr">
                    <a:lnL w="0" algn="ctr">
                      <a:noFill/>
                    </a:lnL>
                    <a:lnR w="12700" algn="ctr">
                      <a:solidFill>
                        <a:schemeClr val="bg1"/>
                      </a:solidFill>
                    </a:lnR>
                    <a:lnT w="0" algn="ctr">
                      <a:noFill/>
                    </a:lnT>
                    <a:lnB w="12700" algn="ctr">
                      <a:solidFill>
                        <a:schemeClr val="bg1"/>
                      </a:solidFill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en-US"/>
                        <a:t>Goals</a:t>
                      </a:r>
                      <a:endParaRPr/>
                    </a:p>
                  </a:txBody>
                  <a:tcPr anchor="ctr">
                    <a:lnL w="12700" algn="ctr">
                      <a:solidFill>
                        <a:schemeClr val="bg1"/>
                      </a:solidFill>
                    </a:lnL>
                    <a:lnR w="12700" algn="ctr">
                      <a:solidFill>
                        <a:schemeClr val="bg1"/>
                      </a:solidFill>
                    </a:lnR>
                    <a:lnT w="0" algn="ctr">
                      <a:noFill/>
                    </a:lnT>
                    <a:lnB w="12700" algn="ctr">
                      <a:solidFill>
                        <a:schemeClr val="bg1"/>
                      </a:solidFill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en-US"/>
                        <a:t>Common drawbacks</a:t>
                      </a:r>
                      <a:endParaRPr lang="en-US"/>
                    </a:p>
                  </a:txBody>
                  <a:tcPr anchor="ctr">
                    <a:lnL w="12700" algn="ctr">
                      <a:solidFill>
                        <a:schemeClr val="bg1"/>
                      </a:solidFill>
                    </a:lnL>
                    <a:lnR w="0" algn="ctr">
                      <a:noFill/>
                    </a:lnR>
                    <a:lnT w="0" algn="ctr">
                      <a:noFill/>
                    </a:lnT>
                    <a:lnB w="12700" algn="ctr">
                      <a:solidFill>
                        <a:schemeClr val="bg1"/>
                      </a:solidFill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</a:tr>
              <a:tr h="603444"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en-US"/>
                        <a:t>Privacy</a:t>
                      </a:r>
                      <a:endParaRPr/>
                    </a:p>
                  </a:txBody>
                  <a:tcPr anchor="ctr">
                    <a:lnL w="0" algn="ctr">
                      <a:noFill/>
                    </a:lnL>
                    <a:lnR w="12700" algn="ctr">
                      <a:solidFill>
                        <a:schemeClr val="bg1"/>
                      </a:solidFill>
                    </a:lnR>
                    <a:lnT w="12700" algn="ctr">
                      <a:solidFill>
                        <a:schemeClr val="bg1"/>
                      </a:solidFill>
                    </a:lnT>
                    <a:lnB w="12700" algn="ctr">
                      <a:solidFill>
                        <a:schemeClr val="bg1"/>
                      </a:solidFill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en-US"/>
                        <a:t>Limits information leakage, protects client data</a:t>
                      </a:r>
                      <a:endParaRPr/>
                    </a:p>
                  </a:txBody>
                  <a:tcPr anchor="ctr">
                    <a:lnL w="12700" algn="ctr">
                      <a:solidFill>
                        <a:schemeClr val="bg1"/>
                      </a:solidFill>
                    </a:lnL>
                    <a:lnR w="12700" algn="ctr">
                      <a:solidFill>
                        <a:schemeClr val="bg1"/>
                      </a:solidFill>
                    </a:lnR>
                    <a:lnT w="12700" algn="ctr">
                      <a:solidFill>
                        <a:schemeClr val="bg1"/>
                      </a:solidFill>
                    </a:lnT>
                    <a:lnB w="12700" algn="ctr">
                      <a:solidFill>
                        <a:schemeClr val="bg1"/>
                      </a:solidFill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 lvl="0" algn="l">
                        <a:buNone/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Gradient distortion </a:t>
                      </a:r>
                      <a:endParaRPr lang="en-US"/>
                    </a:p>
                  </a:txBody>
                  <a:tcPr anchor="ctr">
                    <a:lnL w="12700" algn="ctr">
                      <a:solidFill>
                        <a:schemeClr val="bg1"/>
                      </a:solidFill>
                    </a:lnL>
                    <a:lnR w="0" algn="ctr">
                      <a:noFill/>
                    </a:lnR>
                    <a:lnT w="12700" algn="ctr">
                      <a:solidFill>
                        <a:schemeClr val="bg1"/>
                      </a:solidFill>
                    </a:lnT>
                    <a:lnB w="12700" algn="ctr">
                      <a:solidFill>
                        <a:schemeClr val="bg1"/>
                      </a:solidFill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</a:tr>
              <a:tr h="603444"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en-US"/>
                        <a:t>Robustness</a:t>
                      </a:r>
                      <a:endParaRPr/>
                    </a:p>
                  </a:txBody>
                  <a:tcPr anchor="ctr">
                    <a:lnL w="0" algn="ctr">
                      <a:noFill/>
                    </a:lnL>
                    <a:lnR w="12700" algn="ctr">
                      <a:solidFill>
                        <a:schemeClr val="bg1"/>
                      </a:solidFill>
                    </a:lnR>
                    <a:lnT w="12700" algn="ctr">
                      <a:solidFill>
                        <a:schemeClr val="bg1"/>
                      </a:solidFill>
                    </a:lnT>
                    <a:lnB w="12700" algn="ctr">
                      <a:solidFill>
                        <a:schemeClr val="bg1"/>
                      </a:solidFill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en-US"/>
                        <a:t>Decreased vulnerability to malicious </a:t>
                      </a:r>
                      <a:r>
                        <a:rPr lang="en-US"/>
                        <a:t>clients</a:t>
                      </a:r>
                      <a:endParaRPr lang="en-US"/>
                    </a:p>
                  </a:txBody>
                  <a:tcPr anchor="ctr">
                    <a:lnL w="12700" algn="ctr">
                      <a:solidFill>
                        <a:schemeClr val="bg1"/>
                      </a:solidFill>
                    </a:lnL>
                    <a:lnR w="12700" algn="ctr">
                      <a:solidFill>
                        <a:schemeClr val="bg1"/>
                      </a:solidFill>
                    </a:lnR>
                    <a:lnT w="12700" algn="ctr">
                      <a:solidFill>
                        <a:schemeClr val="bg1"/>
                      </a:solidFill>
                    </a:lnT>
                    <a:lnB w="12700" algn="ctr">
                      <a:solidFill>
                        <a:schemeClr val="bg1"/>
                      </a:solidFill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lvl="0" algn="l">
                        <a:buNone/>
                        <a:defRPr/>
                      </a:pPr>
                      <a:r>
                        <a:rPr lang="en-US"/>
                        <a:t>Disregarding honest updates</a:t>
                      </a:r>
                      <a:endParaRPr/>
                    </a:p>
                  </a:txBody>
                  <a:tcPr anchor="ctr">
                    <a:lnL w="12700" algn="ctr">
                      <a:solidFill>
                        <a:schemeClr val="bg1"/>
                      </a:solidFill>
                    </a:lnL>
                    <a:lnR w="0" algn="ctr">
                      <a:noFill/>
                    </a:lnR>
                    <a:lnT w="12700" algn="ctr">
                      <a:solidFill>
                        <a:schemeClr val="bg1"/>
                      </a:solidFill>
                    </a:lnT>
                    <a:lnB w="12700" algn="ctr">
                      <a:solidFill>
                        <a:schemeClr val="bg1"/>
                      </a:solidFill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445163">
                <a:tc>
                  <a:txBody>
                    <a:bodyPr/>
                    <a:p>
                      <a:pPr lvl="0" algn="l">
                        <a:buNone/>
                        <a:defRPr/>
                      </a:pPr>
                      <a:r>
                        <a:rPr lang="en-US"/>
                        <a:t>Efficiency</a:t>
                      </a:r>
                      <a:endParaRPr/>
                    </a:p>
                  </a:txBody>
                  <a:tcPr anchor="ctr">
                    <a:lnL w="0" algn="ctr">
                      <a:noFill/>
                    </a:lnL>
                    <a:lnR w="12700" algn="ctr">
                      <a:solidFill>
                        <a:schemeClr val="bg1"/>
                      </a:solidFill>
                    </a:lnR>
                    <a:lnT w="12700" algn="ctr">
                      <a:solidFill>
                        <a:schemeClr val="bg1"/>
                      </a:solidFill>
                    </a:lnT>
                    <a:lnB w="0" algn="ctr">
                      <a:noFill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lvl="0" algn="l">
                        <a:buNone/>
                        <a:defRPr/>
                      </a:pPr>
                      <a:r>
                        <a:rPr lang="en-US"/>
                        <a:t>Lower communicational cost</a:t>
                      </a:r>
                      <a:endParaRPr/>
                    </a:p>
                  </a:txBody>
                  <a:tcPr anchor="ctr">
                    <a:lnL w="12700" algn="ctr">
                      <a:solidFill>
                        <a:schemeClr val="bg1"/>
                      </a:solidFill>
                    </a:lnL>
                    <a:lnR w="12700" algn="ctr">
                      <a:solidFill>
                        <a:schemeClr val="bg1"/>
                      </a:solidFill>
                    </a:lnR>
                    <a:lnT w="12700" algn="ctr">
                      <a:solidFill>
                        <a:schemeClr val="bg1"/>
                      </a:solidFill>
                    </a:lnT>
                    <a:lnB w="0" algn="ctr">
                      <a:noFill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lvl="0" algn="l">
                        <a:buNone/>
                        <a:defRPr/>
                      </a:pPr>
                      <a:r>
                        <a:rPr lang="en-US"/>
                        <a:t>Loss of information</a:t>
                      </a:r>
                      <a:endParaRPr/>
                    </a:p>
                  </a:txBody>
                  <a:tcPr anchor="ctr">
                    <a:lnL w="12700" algn="ctr">
                      <a:solidFill>
                        <a:schemeClr val="bg1"/>
                      </a:solidFill>
                    </a:lnL>
                    <a:lnR w="0" algn="ctr">
                      <a:noFill/>
                    </a:lnR>
                    <a:lnT w="12700" algn="ctr">
                      <a:solidFill>
                        <a:schemeClr val="bg1"/>
                      </a:solidFill>
                    </a:lnT>
                    <a:lnB w="0" algn="ctr">
                      <a:noFill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253732445" name="Slide Number Placeholder 2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5EF2332-01BF-834F-8236-50238282D533}" type="slidenum">
              <a:rPr lang="en-US"/>
              <a:t>3</a:t>
            </a:fld>
            <a:endParaRPr lang="en-US"/>
          </a:p>
        </p:txBody>
      </p:sp>
      <p:sp>
        <p:nvSpPr>
          <p:cNvPr id="41847708" name="Title 3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>
                <a:ea typeface="Calibri"/>
                <a:cs typeface="Calibri"/>
              </a:rPr>
              <a:t>Motivation</a:t>
            </a:r>
            <a:endParaRPr lang="en-US"/>
          </a:p>
        </p:txBody>
      </p:sp>
      <p:pic>
        <p:nvPicPr>
          <p:cNvPr id="336600256" name="Picture 4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2573403" y="3487869"/>
            <a:ext cx="3754316" cy="849416"/>
          </a:xfrm>
          <a:prstGeom prst="rect">
            <a:avLst/>
          </a:prstGeom>
        </p:spPr>
      </p:pic>
      <p:sp>
        <p:nvSpPr>
          <p:cNvPr id="1036293020" name="TextBox 6"/>
          <p:cNvSpPr txBox="1"/>
          <p:nvPr/>
        </p:nvSpPr>
        <p:spPr bwMode="auto">
          <a:xfrm>
            <a:off x="1681628" y="4442673"/>
            <a:ext cx="5996354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/>
            <a:spAutoFit/>
          </a:bodyPr>
          <a:lstStyle/>
          <a:p>
            <a:pPr algn="ctr">
              <a:defRPr/>
            </a:pPr>
            <a:r>
              <a:rPr lang="en-US" sz="1400" i="1">
                <a:solidFill>
                  <a:schemeClr val="bg1">
                    <a:lumMod val="49000"/>
                  </a:schemeClr>
                </a:solidFill>
                <a:ea typeface="Calibri"/>
                <a:cs typeface="Calibri"/>
              </a:rPr>
              <a:t>Lower bound for training error found by </a:t>
            </a:r>
            <a:r>
              <a:rPr lang="en-US" sz="1400" i="1">
                <a:solidFill>
                  <a:schemeClr val="bg1">
                    <a:lumMod val="49000"/>
                  </a:schemeClr>
                </a:solidFill>
                <a:ea typeface="+mn-lt"/>
                <a:cs typeface="+mn-lt"/>
              </a:rPr>
              <a:t>Allouah et al. (ICML 2023)</a:t>
            </a:r>
            <a:endParaRPr lang="en-US" sz="1400" i="1">
              <a:solidFill>
                <a:schemeClr val="bg1">
                  <a:lumMod val="49000"/>
                </a:schemeClr>
              </a:solidFill>
              <a:ea typeface="Calibri"/>
              <a:cs typeface="Calibri"/>
            </a:endParaRPr>
          </a:p>
        </p:txBody>
      </p:sp>
      <p:sp>
        <p:nvSpPr>
          <p:cNvPr id="762154059" name="TextBox 8"/>
          <p:cNvSpPr txBox="1"/>
          <p:nvPr/>
        </p:nvSpPr>
        <p:spPr bwMode="auto">
          <a:xfrm>
            <a:off x="331180" y="3442072"/>
            <a:ext cx="2743200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/>
            <a:spAutoFit/>
          </a:bodyPr>
          <a:lstStyle/>
          <a:p>
            <a:pPr>
              <a:defRPr/>
            </a:pPr>
            <a:r>
              <a:rPr lang="en-US" i="1">
                <a:ea typeface="Calibri"/>
                <a:cs typeface="Calibri"/>
              </a:rPr>
              <a:t>f - # malicious clients</a:t>
            </a:r>
            <a:endParaRPr/>
          </a:p>
          <a:p>
            <a:pPr>
              <a:defRPr/>
            </a:pPr>
            <a:r>
              <a:rPr lang="en-US" i="1">
                <a:ea typeface="Calibri"/>
                <a:cs typeface="Calibri"/>
              </a:rPr>
              <a:t>n - # total clients</a:t>
            </a:r>
            <a:endParaRPr/>
          </a:p>
          <a:p>
            <a:pPr>
              <a:defRPr/>
            </a:pPr>
            <a:r>
              <a:rPr lang="en-US" i="1">
                <a:ea typeface="Calibri"/>
                <a:cs typeface="Calibri"/>
              </a:rPr>
              <a:t>m – dataset size</a:t>
            </a:r>
            <a:endParaRPr lang="en-US" i="1">
              <a:ea typeface="Calibri"/>
              <a:cs typeface="Calibri"/>
            </a:endParaRPr>
          </a:p>
        </p:txBody>
      </p:sp>
      <p:sp>
        <p:nvSpPr>
          <p:cNvPr id="218118301" name="TextBox 9"/>
          <p:cNvSpPr txBox="1"/>
          <p:nvPr/>
        </p:nvSpPr>
        <p:spPr bwMode="auto">
          <a:xfrm>
            <a:off x="6433041" y="3442071"/>
            <a:ext cx="2743200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/>
            <a:spAutoFit/>
          </a:bodyPr>
          <a:lstStyle/>
          <a:p>
            <a:pPr>
              <a:defRPr/>
            </a:pPr>
            <a:r>
              <a:rPr lang="en-US" i="1">
                <a:ea typeface="+mn-lt"/>
                <a:cs typeface="+mn-lt"/>
              </a:rPr>
              <a:t>ε - privacy bu</a:t>
            </a:r>
            <a:r>
              <a:rPr lang="en-US" i="1">
                <a:ea typeface="+mn-lt"/>
                <a:cs typeface="+mn-lt"/>
              </a:rPr>
              <a:t>dget</a:t>
            </a:r>
            <a:endParaRPr lang="en-US" i="1">
              <a:ea typeface="Calibri"/>
              <a:cs typeface="Calibri"/>
            </a:endParaRPr>
          </a:p>
          <a:p>
            <a:pPr>
              <a:defRPr/>
            </a:pPr>
            <a:r>
              <a:rPr lang="en-US" i="1">
                <a:ea typeface="+mn-lt"/>
                <a:cs typeface="+mn-lt"/>
              </a:rPr>
              <a:t>d– gradient dimension</a:t>
            </a:r>
            <a:endParaRPr lang="en-US"/>
          </a:p>
          <a:p>
            <a:pPr>
              <a:defRPr/>
            </a:pPr>
            <a:r>
              <a:rPr lang="en-US" i="1">
                <a:ea typeface="Calibri"/>
                <a:cs typeface="Calibri"/>
              </a:rPr>
              <a:t>G – dataset </a:t>
            </a:r>
            <a:r>
              <a:rPr lang="en-US" i="1">
                <a:ea typeface="Calibri"/>
                <a:cs typeface="Calibri"/>
              </a:rPr>
              <a:t>heterogeneity</a:t>
            </a:r>
            <a:endParaRPr/>
          </a:p>
        </p:txBody>
      </p:sp>
      <p:sp>
        <p:nvSpPr>
          <p:cNvPr id="405205022" name="Oval 10"/>
          <p:cNvSpPr/>
          <p:nvPr/>
        </p:nvSpPr>
        <p:spPr bwMode="auto">
          <a:xfrm>
            <a:off x="3901042" y="3486151"/>
            <a:ext cx="1318846" cy="844061"/>
          </a:xfrm>
          <a:prstGeom prst="ellipse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2154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600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18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293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205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36293020" grpId="0"/>
      <p:bldP spid="762154059" grpId="0"/>
      <p:bldP spid="218118301" grpId="0"/>
      <p:bldP spid="40520502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2766835" name="Slide Number Placeholder 2"/>
          <p:cNvSpPr>
            <a:spLocks noGrp="1"/>
          </p:cNvSpPr>
          <p:nvPr>
            <p:ph type="sldNum" sz="quarter" idx="12"/>
          </p:nvPr>
        </p:nvSpPr>
        <p:spPr bwMode="auto">
          <a:xfrm>
            <a:off x="457200" y="4975323"/>
            <a:ext cx="2133600" cy="162000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defRPr/>
            </a:pPr>
            <a:fld id="{C5EF2332-01BF-834F-8236-50238282D533}" type="slidenum">
              <a:rPr lang="en-US" sz="500"/>
              <a:t>4</a:t>
            </a:fld>
            <a:endParaRPr lang="en-US" sz="500"/>
          </a:p>
        </p:txBody>
      </p:sp>
      <p:sp>
        <p:nvSpPr>
          <p:cNvPr id="630549640" name="Title 3"/>
          <p:cNvSpPr>
            <a:spLocks noGrp="1"/>
          </p:cNvSpPr>
          <p:nvPr>
            <p:ph type="title"/>
          </p:nvPr>
        </p:nvSpPr>
        <p:spPr bwMode="auto">
          <a:xfrm>
            <a:off x="457200" y="87474"/>
            <a:ext cx="8458200" cy="769776"/>
          </a:xfrm>
        </p:spPr>
        <p:txBody>
          <a:bodyPr wrap="square" anchor="b">
            <a:normAutofit/>
          </a:bodyPr>
          <a:lstStyle/>
          <a:p>
            <a:pPr>
              <a:defRPr/>
            </a:pPr>
            <a:r>
              <a:rPr lang="de-DE"/>
              <a:t>Mechanisms</a:t>
            </a:r>
            <a:endParaRPr lang="en-US"/>
          </a:p>
        </p:txBody>
      </p:sp>
      <p:sp>
        <p:nvSpPr>
          <p:cNvPr id="82080005" name="Content Placeholder 4"/>
          <p:cNvSpPr>
            <a:spLocks noGrp="1"/>
          </p:cNvSpPr>
          <p:nvPr>
            <p:ph sz="quarter" idx="14"/>
          </p:nvPr>
        </p:nvSpPr>
        <p:spPr bwMode="auto">
          <a:xfrm>
            <a:off x="2195736" y="564561"/>
            <a:ext cx="6714008" cy="283369"/>
          </a:xfrm>
        </p:spPr>
        <p:txBody>
          <a:bodyPr/>
          <a:lstStyle/>
          <a:p>
            <a:pPr>
              <a:defRPr/>
            </a:pPr>
            <a:r>
              <a:rPr lang="en-US">
                <a:ea typeface="ＭＳ Ｐゴシック"/>
                <a:cs typeface="Calibri"/>
              </a:rPr>
              <a:t>Background</a:t>
            </a:r>
            <a:endParaRPr lang="en-US">
              <a:cs typeface="Calibri"/>
            </a:endParaRPr>
          </a:p>
        </p:txBody>
      </p:sp>
      <p:graphicFrame>
        <p:nvGraphicFramePr>
          <p:cNvPr id="736735911" name="Content Placeholder 5"/>
          <p:cNvGraphicFramePr>
            <a:graphicFrameLocks xmlns:a="http://schemas.openxmlformats.org/drawingml/2006/main" noGrp="1"/>
          </p:cNvGraphicFramePr>
          <p:nvPr>
            <p:ph sz="quarter" idx="13"/>
          </p:nvPr>
        </p:nvGraphicFramePr>
        <p:xfrm rot="0">
          <a:off x="457200" y="914400"/>
          <a:ext cx="8458200" cy="4114800"/>
          <a:chOff x="0" y="0"/>
          <a:chExt cx="8458200" cy="4114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6" r:qs="rId7" r:cs="rId5"/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35477171" name="Slide Number Placeholder 2"/>
          <p:cNvSpPr>
            <a:spLocks noGrp="1"/>
          </p:cNvSpPr>
          <p:nvPr>
            <p:ph type="sldNum" sz="quarter" idx="12"/>
          </p:nvPr>
        </p:nvSpPr>
        <p:spPr bwMode="auto">
          <a:xfrm>
            <a:off x="457200" y="4975323"/>
            <a:ext cx="2133600" cy="162000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defRPr/>
            </a:pPr>
            <a:fld id="{C5EF2332-01BF-834F-8236-50238282D533}" type="slidenum">
              <a:rPr lang="en-US" sz="500"/>
              <a:t>5</a:t>
            </a:fld>
            <a:endParaRPr lang="en-US" sz="500"/>
          </a:p>
        </p:txBody>
      </p:sp>
      <p:sp>
        <p:nvSpPr>
          <p:cNvPr id="956601330" name="Title 3"/>
          <p:cNvSpPr>
            <a:spLocks noGrp="1"/>
          </p:cNvSpPr>
          <p:nvPr>
            <p:ph type="title"/>
          </p:nvPr>
        </p:nvSpPr>
        <p:spPr bwMode="auto">
          <a:xfrm>
            <a:off x="457200" y="87474"/>
            <a:ext cx="8458200" cy="769776"/>
          </a:xfrm>
        </p:spPr>
        <p:txBody>
          <a:bodyPr wrap="square" anchor="b">
            <a:normAutofit/>
          </a:bodyPr>
          <a:lstStyle/>
          <a:p>
            <a:pPr>
              <a:defRPr/>
            </a:pPr>
            <a:r>
              <a:rPr lang="de-DE"/>
              <a:t>Background</a:t>
            </a:r>
            <a:endParaRPr/>
          </a:p>
        </p:txBody>
      </p:sp>
      <p:sp>
        <p:nvSpPr>
          <p:cNvPr id="397955416" name="Content Placeholder 19"/>
          <p:cNvSpPr>
            <a:spLocks noGrp="1"/>
          </p:cNvSpPr>
          <p:nvPr>
            <p:ph sz="half" idx="1"/>
          </p:nvPr>
        </p:nvSpPr>
        <p:spPr bwMode="auto">
          <a:xfrm>
            <a:off x="457200" y="914400"/>
            <a:ext cx="4152900" cy="4114800"/>
          </a:xfrm>
        </p:spPr>
        <p:txBody>
          <a:bodyPr wrap="square" anchor="t">
            <a:normAutofit/>
          </a:bodyPr>
          <a:lstStyle/>
          <a:p>
            <a:pPr marL="255270" indent="-255270">
              <a:spcBef>
                <a:spcPts val="0"/>
              </a:spcBef>
              <a:spcAft>
                <a:spcPts val="600"/>
              </a:spcAft>
              <a:buChar char="•"/>
              <a:defRPr/>
            </a:pPr>
            <a:r>
              <a:rPr lang="de-DE"/>
              <a:t>Differential Privacy SGD</a:t>
            </a:r>
            <a:endParaRPr lang="en-US"/>
          </a:p>
          <a:p>
            <a:pPr marL="557530" lvl="1" indent="-215899">
              <a:spcBef>
                <a:spcPts val="0"/>
              </a:spcBef>
              <a:spcAft>
                <a:spcPts val="600"/>
              </a:spcAft>
              <a:buClr>
                <a:srgbClr val="325786"/>
              </a:buClr>
              <a:buFont typeface="Arial"/>
              <a:buChar char="•"/>
              <a:defRPr/>
            </a:pPr>
            <a:r>
              <a:rPr lang="de-DE">
                <a:solidFill>
                  <a:schemeClr val="tx2"/>
                </a:solidFill>
              </a:rPr>
              <a:t>Locally</a:t>
            </a:r>
            <a:r>
              <a:rPr lang="de-DE">
                <a:solidFill>
                  <a:schemeClr val="tx2"/>
                </a:solidFill>
              </a:rPr>
              <a:t> </a:t>
            </a:r>
            <a:r>
              <a:rPr lang="de-DE">
                <a:solidFill>
                  <a:schemeClr val="tx2"/>
                </a:solidFill>
              </a:rPr>
              <a:t>clip</a:t>
            </a:r>
            <a:r>
              <a:rPr lang="de-DE">
                <a:solidFill>
                  <a:schemeClr val="tx2"/>
                </a:solidFill>
              </a:rPr>
              <a:t> per-sample </a:t>
            </a:r>
            <a:r>
              <a:rPr lang="de-DE">
                <a:solidFill>
                  <a:schemeClr val="tx2"/>
                </a:solidFill>
              </a:rPr>
              <a:t>gradients</a:t>
            </a:r>
            <a:r>
              <a:rPr lang="de-DE">
                <a:solidFill>
                  <a:schemeClr val="tx2"/>
                </a:solidFill>
              </a:rPr>
              <a:t> and </a:t>
            </a:r>
            <a:r>
              <a:rPr lang="de-DE">
                <a:solidFill>
                  <a:schemeClr val="tx2"/>
                </a:solidFill>
              </a:rPr>
              <a:t>add</a:t>
            </a:r>
            <a:r>
              <a:rPr lang="de-DE">
                <a:solidFill>
                  <a:schemeClr val="tx2"/>
                </a:solidFill>
              </a:rPr>
              <a:t> </a:t>
            </a:r>
            <a:r>
              <a:rPr lang="de-DE">
                <a:solidFill>
                  <a:schemeClr val="tx2"/>
                </a:solidFill>
              </a:rPr>
              <a:t>calibrated</a:t>
            </a:r>
            <a:r>
              <a:rPr lang="de-DE">
                <a:solidFill>
                  <a:schemeClr val="tx2"/>
                </a:solidFill>
              </a:rPr>
              <a:t> </a:t>
            </a:r>
            <a:r>
              <a:rPr lang="de-DE">
                <a:solidFill>
                  <a:schemeClr val="tx2"/>
                </a:solidFill>
              </a:rPr>
              <a:t>Gaussian</a:t>
            </a:r>
            <a:r>
              <a:rPr lang="de-DE">
                <a:solidFill>
                  <a:schemeClr val="tx2"/>
                </a:solidFill>
              </a:rPr>
              <a:t> </a:t>
            </a:r>
            <a:r>
              <a:rPr lang="de-DE">
                <a:solidFill>
                  <a:schemeClr val="tx2"/>
                </a:solidFill>
              </a:rPr>
              <a:t>noise</a:t>
            </a:r>
            <a:endParaRPr lang="en-US">
              <a:solidFill>
                <a:schemeClr val="tx2"/>
              </a:solidFill>
            </a:endParaRPr>
          </a:p>
          <a:p>
            <a:pPr marL="255270" indent="-255270">
              <a:spcBef>
                <a:spcPts val="0"/>
              </a:spcBef>
              <a:spcAft>
                <a:spcPts val="600"/>
              </a:spcAft>
              <a:buChar char="•"/>
              <a:defRPr/>
            </a:pPr>
            <a:r>
              <a:rPr lang="de-DE"/>
              <a:t>Top-k </a:t>
            </a:r>
            <a:r>
              <a:rPr lang="de-DE"/>
              <a:t>sparsification</a:t>
            </a:r>
            <a:endParaRPr lang="en-US"/>
          </a:p>
          <a:p>
            <a:pPr marL="557530" lvl="1" indent="-215899">
              <a:spcBef>
                <a:spcPts val="0"/>
              </a:spcBef>
              <a:spcAft>
                <a:spcPts val="600"/>
              </a:spcAft>
              <a:buClr>
                <a:srgbClr val="325786"/>
              </a:buClr>
              <a:buFont typeface="Arial"/>
              <a:buChar char="•"/>
              <a:defRPr/>
            </a:pPr>
            <a:r>
              <a:rPr lang="de-DE">
                <a:solidFill>
                  <a:schemeClr val="tx2"/>
                </a:solidFill>
              </a:rPr>
              <a:t>Transmit</a:t>
            </a:r>
            <a:r>
              <a:rPr lang="de-DE">
                <a:solidFill>
                  <a:schemeClr val="tx2"/>
                </a:solidFill>
              </a:rPr>
              <a:t> </a:t>
            </a:r>
            <a:r>
              <a:rPr lang="de-DE">
                <a:solidFill>
                  <a:schemeClr val="tx2"/>
                </a:solidFill>
              </a:rPr>
              <a:t>only</a:t>
            </a:r>
            <a:r>
              <a:rPr lang="de-DE">
                <a:solidFill>
                  <a:schemeClr val="tx2"/>
                </a:solidFill>
              </a:rPr>
              <a:t> k </a:t>
            </a:r>
            <a:r>
              <a:rPr lang="de-DE">
                <a:solidFill>
                  <a:schemeClr val="tx2"/>
                </a:solidFill>
              </a:rPr>
              <a:t>largest</a:t>
            </a:r>
            <a:r>
              <a:rPr lang="de-DE">
                <a:solidFill>
                  <a:schemeClr val="tx2"/>
                </a:solidFill>
              </a:rPr>
              <a:t> </a:t>
            </a:r>
            <a:r>
              <a:rPr lang="de-DE">
                <a:solidFill>
                  <a:schemeClr val="tx2"/>
                </a:solidFill>
              </a:rPr>
              <a:t>gradient</a:t>
            </a:r>
            <a:r>
              <a:rPr lang="de-DE">
                <a:solidFill>
                  <a:schemeClr val="tx2"/>
                </a:solidFill>
              </a:rPr>
              <a:t> </a:t>
            </a:r>
            <a:r>
              <a:rPr lang="de-DE">
                <a:solidFill>
                  <a:schemeClr val="tx2"/>
                </a:solidFill>
              </a:rPr>
              <a:t>components</a:t>
            </a:r>
            <a:endParaRPr lang="en-US">
              <a:solidFill>
                <a:schemeClr val="tx2"/>
              </a:solidFill>
            </a:endParaRPr>
          </a:p>
          <a:p>
            <a:pPr marL="255270" indent="-255270">
              <a:spcBef>
                <a:spcPts val="0"/>
              </a:spcBef>
              <a:spcAft>
                <a:spcPts val="600"/>
              </a:spcAft>
              <a:buChar char="•"/>
              <a:defRPr/>
            </a:pPr>
            <a:r>
              <a:rPr lang="de-DE"/>
              <a:t>FLTrust</a:t>
            </a:r>
            <a:endParaRPr lang="en-US"/>
          </a:p>
          <a:p>
            <a:pPr marL="557530" lvl="1" indent="-215899">
              <a:spcBef>
                <a:spcPts val="0"/>
              </a:spcBef>
              <a:spcAft>
                <a:spcPts val="600"/>
              </a:spcAft>
              <a:buClr>
                <a:srgbClr val="325786"/>
              </a:buClr>
              <a:buFont typeface="Arial"/>
              <a:buChar char="•"/>
              <a:defRPr/>
            </a:pPr>
            <a:r>
              <a:rPr lang="de-DE">
                <a:solidFill>
                  <a:schemeClr val="tx2"/>
                </a:solidFill>
              </a:rPr>
              <a:t>Weigh</a:t>
            </a:r>
            <a:r>
              <a:rPr lang="de-DE">
                <a:solidFill>
                  <a:schemeClr val="tx2"/>
                </a:solidFill>
              </a:rPr>
              <a:t> </a:t>
            </a:r>
            <a:r>
              <a:rPr lang="de-DE">
                <a:solidFill>
                  <a:schemeClr val="tx2"/>
                </a:solidFill>
              </a:rPr>
              <a:t>client</a:t>
            </a:r>
            <a:r>
              <a:rPr lang="de-DE">
                <a:solidFill>
                  <a:schemeClr val="tx2"/>
                </a:solidFill>
              </a:rPr>
              <a:t> </a:t>
            </a:r>
            <a:r>
              <a:rPr lang="de-DE">
                <a:solidFill>
                  <a:schemeClr val="tx2"/>
                </a:solidFill>
              </a:rPr>
              <a:t>contributions</a:t>
            </a:r>
            <a:r>
              <a:rPr lang="de-DE">
                <a:solidFill>
                  <a:schemeClr val="tx2"/>
                </a:solidFill>
              </a:rPr>
              <a:t> </a:t>
            </a:r>
            <a:r>
              <a:rPr lang="de-DE">
                <a:solidFill>
                  <a:schemeClr val="tx2"/>
                </a:solidFill>
              </a:rPr>
              <a:t>based</a:t>
            </a:r>
            <a:r>
              <a:rPr lang="de-DE">
                <a:solidFill>
                  <a:schemeClr val="tx2"/>
                </a:solidFill>
              </a:rPr>
              <a:t> on </a:t>
            </a:r>
            <a:r>
              <a:rPr lang="de-DE">
                <a:solidFill>
                  <a:schemeClr val="tx2"/>
                </a:solidFill>
              </a:rPr>
              <a:t>distance</a:t>
            </a:r>
            <a:r>
              <a:rPr lang="de-DE">
                <a:solidFill>
                  <a:schemeClr val="tx2"/>
                </a:solidFill>
              </a:rPr>
              <a:t> to an </a:t>
            </a:r>
            <a:r>
              <a:rPr lang="de-DE">
                <a:solidFill>
                  <a:schemeClr val="tx2"/>
                </a:solidFill>
              </a:rPr>
              <a:t>anchor</a:t>
            </a:r>
            <a:r>
              <a:rPr lang="de-DE">
                <a:solidFill>
                  <a:schemeClr val="tx2"/>
                </a:solidFill>
              </a:rPr>
              <a:t> update </a:t>
            </a:r>
            <a:r>
              <a:rPr lang="de-DE">
                <a:solidFill>
                  <a:schemeClr val="tx2"/>
                </a:solidFill>
              </a:rPr>
              <a:t>calculated</a:t>
            </a:r>
            <a:r>
              <a:rPr lang="de-DE">
                <a:solidFill>
                  <a:schemeClr val="tx2"/>
                </a:solidFill>
              </a:rPr>
              <a:t> on a root </a:t>
            </a:r>
            <a:r>
              <a:rPr lang="de-DE">
                <a:solidFill>
                  <a:schemeClr val="tx2"/>
                </a:solidFill>
              </a:rPr>
              <a:t>dataset</a:t>
            </a:r>
            <a:endParaRPr lang="en-US">
              <a:solidFill>
                <a:schemeClr val="tx2"/>
              </a:solidFill>
            </a:endParaRPr>
          </a:p>
        </p:txBody>
      </p:sp>
      <p:sp>
        <p:nvSpPr>
          <p:cNvPr id="408540622" name="Content Placeholder 4"/>
          <p:cNvSpPr>
            <a:spLocks noGrp="1"/>
          </p:cNvSpPr>
          <p:nvPr>
            <p:ph sz="half" idx="2"/>
          </p:nvPr>
        </p:nvSpPr>
        <p:spPr bwMode="auto">
          <a:xfrm>
            <a:off x="4762500" y="914400"/>
            <a:ext cx="4152900" cy="4114800"/>
          </a:xfr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15152246" name="Content Placeholder 5"/>
          <p:cNvSpPr>
            <a:spLocks noGrp="1"/>
          </p:cNvSpPr>
          <p:nvPr>
            <p:ph sz="quarter" idx="14"/>
          </p:nvPr>
        </p:nvSpPr>
        <p:spPr bwMode="auto">
          <a:xfrm>
            <a:off x="2195736" y="564561"/>
            <a:ext cx="6714008" cy="283369"/>
          </a:xfrm>
        </p:spPr>
        <p:txBody>
          <a:bodyPr/>
          <a:lstStyle/>
          <a:p>
            <a:pPr>
              <a:defRPr/>
            </a:pP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35534423" name="Slide Number Placeholder 2"/>
          <p:cNvSpPr>
            <a:spLocks noGrp="1"/>
          </p:cNvSpPr>
          <p:nvPr>
            <p:ph type="sldNum" sz="quarter" idx="12"/>
          </p:nvPr>
        </p:nvSpPr>
        <p:spPr bwMode="auto">
          <a:xfrm>
            <a:off x="457200" y="4975323"/>
            <a:ext cx="2133600" cy="162000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defRPr/>
            </a:pPr>
            <a:fld id="{C5EF2332-01BF-834F-8236-50238282D533}" type="slidenum">
              <a:rPr lang="en-US" sz="500"/>
              <a:t>6</a:t>
            </a:fld>
            <a:endParaRPr lang="en-US" sz="500"/>
          </a:p>
        </p:txBody>
      </p:sp>
      <p:sp>
        <p:nvSpPr>
          <p:cNvPr id="1007484301" name="Title 3"/>
          <p:cNvSpPr>
            <a:spLocks noGrp="1"/>
          </p:cNvSpPr>
          <p:nvPr>
            <p:ph type="title"/>
          </p:nvPr>
        </p:nvSpPr>
        <p:spPr bwMode="auto">
          <a:xfrm>
            <a:off x="457200" y="87474"/>
            <a:ext cx="8458200" cy="769776"/>
          </a:xfrm>
        </p:spPr>
        <p:txBody>
          <a:bodyPr wrap="square" anchor="b">
            <a:normAutofit/>
          </a:bodyPr>
          <a:lstStyle/>
          <a:p>
            <a:pPr>
              <a:defRPr/>
            </a:pPr>
            <a:r>
              <a:rPr lang="en-US"/>
              <a:t>Method Selection</a:t>
            </a:r>
            <a:endParaRPr/>
          </a:p>
        </p:txBody>
      </p:sp>
      <p:graphicFrame>
        <p:nvGraphicFramePr>
          <p:cNvPr id="1267923431" name="Content Placeholder 6"/>
          <p:cNvGraphicFramePr>
            <a:graphicFrameLocks xmlns:a="http://schemas.openxmlformats.org/drawingml/2006/main" noGrp="1"/>
          </p:cNvGraphicFramePr>
          <p:nvPr>
            <p:ph sz="quarter" idx="13"/>
          </p:nvPr>
        </p:nvGraphicFramePr>
        <p:xfrm rot="0">
          <a:off x="457200" y="1172476"/>
          <a:ext cx="8458203" cy="3598650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{5C22544A-7EE6-4342-B048-85BDC9FD1C3A}</a:tableStyleId>
              </a:tblPr>
              <a:tblGrid>
                <a:gridCol w="1762097"/>
                <a:gridCol w="1789673"/>
                <a:gridCol w="2120583"/>
                <a:gridCol w="2785850"/>
              </a:tblGrid>
              <a:tr h="734621"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en-US" sz="1500"/>
                        <a:t>Axis</a:t>
                      </a:r>
                      <a:endParaRPr/>
                    </a:p>
                  </a:txBody>
                  <a:tcPr marL="99273" marR="99273" marT="49637" marB="49637"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en-US" sz="1500"/>
                        <a:t>Method</a:t>
                      </a:r>
                      <a:endParaRPr/>
                    </a:p>
                  </a:txBody>
                  <a:tcPr marL="99273" marR="99273" marT="49637" marB="49637"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en-US" sz="1500"/>
                        <a:t>Key Parameters</a:t>
                      </a:r>
                      <a:endParaRPr/>
                    </a:p>
                  </a:txBody>
                  <a:tcPr marL="99273" marR="99273" marT="49637" marB="49637"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en-US" sz="1500"/>
                        <a:t>Why do we choose this?</a:t>
                      </a:r>
                      <a:endParaRPr/>
                    </a:p>
                  </a:txBody>
                  <a:tcPr marL="99273" marR="99273" marT="49637" marB="49637"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</a:tr>
              <a:tr h="585711"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 sz="1500"/>
                        <a:t>Baseline</a:t>
                      </a:r>
                      <a:endParaRPr/>
                    </a:p>
                  </a:txBody>
                  <a:tcPr marL="99273" marR="99273" marT="49637" marB="49637" anchor="ctr"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 sz="1500"/>
                        <a:t>FedAvg</a:t>
                      </a:r>
                      <a:endParaRPr/>
                    </a:p>
                  </a:txBody>
                  <a:tcPr marL="99273" marR="99273" marT="49637" marB="49637"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en-US" sz="1500"/>
                        <a:t>-</a:t>
                      </a:r>
                      <a:endParaRPr/>
                    </a:p>
                  </a:txBody>
                  <a:tcPr marL="99273" marR="99273" marT="49637" marB="49637" anchor="ctr"/>
                </a:tc>
                <a:tc>
                  <a:txBody>
                    <a:bodyPr/>
                    <a:p>
                      <a:pPr lvl="0">
                        <a:buNone/>
                        <a:defRPr/>
                      </a:pPr>
                      <a:r>
                        <a:rPr lang="en-US" sz="1500" b="0" i="0" u="none" strike="noStrike">
                          <a:latin typeface="Calibri"/>
                          <a:ea typeface="Calibri"/>
                          <a:cs typeface="Calibri"/>
                        </a:rPr>
                        <a:t>Commonly used for benchmarking</a:t>
                      </a:r>
                      <a:endParaRPr lang="en-US" sz="1500"/>
                    </a:p>
                  </a:txBody>
                  <a:tcPr marL="99273" marR="99273" marT="49637" marB="49637" anchor="ctr"/>
                </a:tc>
              </a:tr>
              <a:tr h="809076"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 sz="1500"/>
                        <a:t>Privacy</a:t>
                      </a:r>
                      <a:endParaRPr/>
                    </a:p>
                  </a:txBody>
                  <a:tcPr marL="99273" marR="99273" marT="49637" marB="49637" anchor="ctr"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 sz="1500"/>
                        <a:t>DP-SGD</a:t>
                      </a:r>
                      <a:endParaRPr/>
                    </a:p>
                  </a:txBody>
                  <a:tcPr marL="99273" marR="99273" marT="49637" marB="49637" anchor="ctr"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 sz="1500"/>
                        <a:t>Privacy budget, failure probability</a:t>
                      </a:r>
                      <a:endParaRPr/>
                    </a:p>
                  </a:txBody>
                  <a:tcPr marL="99273" marR="99273" marT="49637" marB="49637" anchor="ctr"/>
                </a:tc>
                <a:tc>
                  <a:txBody>
                    <a:bodyPr/>
                    <a:p>
                      <a:pPr lvl="0">
                        <a:buNone/>
                        <a:defRPr/>
                      </a:pPr>
                      <a:r>
                        <a:rPr lang="en-US" sz="1500" b="0" i="0" u="none" strike="noStrike">
                          <a:latin typeface="Calibri"/>
                          <a:ea typeface="Calibri"/>
                          <a:cs typeface="Calibri"/>
                        </a:rPr>
                        <a:t>good standard, tunable privacy budget, </a:t>
                      </a:r>
                      <a:r>
                        <a:rPr lang="en-US" sz="1500" b="0" i="0" u="none" strike="noStrike">
                          <a:latin typeface="Calibri"/>
                          <a:ea typeface="Calibri"/>
                          <a:cs typeface="Calibri"/>
                        </a:rPr>
                        <a:t>Opacus</a:t>
                      </a:r>
                      <a:r>
                        <a:rPr lang="en-US" sz="1500" b="0" i="0" u="none" strike="noStrike">
                          <a:latin typeface="Calibri"/>
                          <a:ea typeface="Calibri"/>
                          <a:cs typeface="Calibri"/>
                        </a:rPr>
                        <a:t> integration with Flower</a:t>
                      </a:r>
                      <a:endParaRPr lang="en-US" sz="1500"/>
                    </a:p>
                  </a:txBody>
                  <a:tcPr marL="99273" marR="99273" marT="49637" marB="49637" anchor="ctr"/>
                </a:tc>
              </a:tr>
              <a:tr h="734621"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 sz="1500"/>
                        <a:t>Robustness</a:t>
                      </a:r>
                      <a:endParaRPr/>
                    </a:p>
                  </a:txBody>
                  <a:tcPr marL="99273" marR="99273" marT="49637" marB="49637" anchor="ctr"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 sz="1500"/>
                        <a:t>FLTrust</a:t>
                      </a:r>
                      <a:endParaRPr/>
                    </a:p>
                  </a:txBody>
                  <a:tcPr marL="99273" marR="99273" marT="49637" marB="49637" anchor="ctr"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 sz="1500"/>
                        <a:t>Server root dataset size</a:t>
                      </a:r>
                      <a:endParaRPr/>
                    </a:p>
                  </a:txBody>
                  <a:tcPr marL="99273" marR="99273" marT="49637" marB="49637" anchor="ctr"/>
                </a:tc>
                <a:tc>
                  <a:txBody>
                    <a:bodyPr/>
                    <a:p>
                      <a:pPr lvl="0">
                        <a:buNone/>
                        <a:defRPr/>
                      </a:pPr>
                      <a:r>
                        <a:rPr lang="en-US" sz="1500" b="0" i="0" u="none" strike="noStrike">
                          <a:latin typeface="Calibri"/>
                          <a:ea typeface="Calibri"/>
                          <a:cs typeface="Calibri"/>
                        </a:rPr>
                        <a:t>Stronger than Krum under heterogeneity</a:t>
                      </a:r>
                      <a:endParaRPr/>
                    </a:p>
                  </a:txBody>
                  <a:tcPr marL="99273" marR="99273" marT="49637" marB="49637" anchor="ctr"/>
                </a:tc>
              </a:tr>
              <a:tr h="734621"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 sz="1500"/>
                        <a:t>Performance</a:t>
                      </a:r>
                      <a:endParaRPr/>
                    </a:p>
                  </a:txBody>
                  <a:tcPr marL="99273" marR="99273" marT="49637" marB="49637" anchor="ctr"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 sz="1500"/>
                        <a:t>Top-k </a:t>
                      </a:r>
                      <a:r>
                        <a:rPr lang="en-US" sz="1500"/>
                        <a:t>sparsification</a:t>
                      </a:r>
                      <a:endParaRPr/>
                    </a:p>
                  </a:txBody>
                  <a:tcPr marL="99273" marR="99273" marT="49637" marB="49637" anchor="ctr"/>
                </a:tc>
                <a:tc>
                  <a:txBody>
                    <a:bodyPr/>
                    <a:p>
                      <a:pPr lvl="0">
                        <a:buNone/>
                        <a:defRPr/>
                      </a:pPr>
                      <a:r>
                        <a:rPr lang="en-US" sz="1500"/>
                        <a:t>Sparsification</a:t>
                      </a:r>
                      <a:r>
                        <a:rPr lang="en-US" sz="1500"/>
                        <a:t> threshold</a:t>
                      </a:r>
                      <a:endParaRPr/>
                    </a:p>
                  </a:txBody>
                  <a:tcPr marL="99273" marR="99273" marT="49637" marB="49637" anchor="ctr"/>
                </a:tc>
                <a:tc>
                  <a:txBody>
                    <a:bodyPr/>
                    <a:p>
                      <a:pPr lvl="0">
                        <a:buNone/>
                        <a:defRPr/>
                      </a:pPr>
                      <a:r>
                        <a:rPr lang="en-US" sz="1500" b="0" i="0" u="none" strike="noStrike">
                          <a:latin typeface="Calibri"/>
                          <a:ea typeface="Calibri"/>
                          <a:cs typeface="Calibri"/>
                        </a:rPr>
                        <a:t>Simple, compatible with DP and robust </a:t>
                      </a:r>
                      <a:r>
                        <a:rPr lang="en-US" sz="1500" b="0" i="0" u="none" strike="noStrike">
                          <a:latin typeface="Calibri"/>
                          <a:ea typeface="Calibri"/>
                          <a:cs typeface="Calibri"/>
                        </a:rPr>
                        <a:t>agg</a:t>
                      </a:r>
                      <a:r>
                        <a:rPr lang="en-US" sz="1500" b="0" i="0" u="none" strike="noStrike">
                          <a:latin typeface="Calibri"/>
                          <a:ea typeface="Calibri"/>
                          <a:cs typeface="Calibri"/>
                        </a:rPr>
                        <a:t>.; directly controllable</a:t>
                      </a:r>
                      <a:endParaRPr lang="en-US" sz="1500"/>
                    </a:p>
                  </a:txBody>
                  <a:tcPr marL="99273" marR="99273" marT="49637" marB="49637" anchor="ctr"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7235152" name="Slide Number Placeholder 2"/>
          <p:cNvSpPr>
            <a:spLocks noGrp="1"/>
          </p:cNvSpPr>
          <p:nvPr>
            <p:ph type="sldNum" sz="quarter" idx="12"/>
          </p:nvPr>
        </p:nvSpPr>
        <p:spPr bwMode="auto">
          <a:xfrm>
            <a:off x="457200" y="4975323"/>
            <a:ext cx="2133600" cy="162000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defRPr/>
            </a:pPr>
            <a:fld id="{C5EF2332-01BF-834F-8236-50238282D533}" type="slidenum">
              <a:rPr lang="en-US" sz="500"/>
              <a:t>7</a:t>
            </a:fld>
            <a:endParaRPr lang="en-US" sz="500"/>
          </a:p>
        </p:txBody>
      </p:sp>
      <p:sp>
        <p:nvSpPr>
          <p:cNvPr id="738797025" name="Title 3"/>
          <p:cNvSpPr>
            <a:spLocks noGrp="1"/>
          </p:cNvSpPr>
          <p:nvPr>
            <p:ph type="title"/>
          </p:nvPr>
        </p:nvSpPr>
        <p:spPr bwMode="auto">
          <a:xfrm>
            <a:off x="457200" y="87474"/>
            <a:ext cx="8458200" cy="769776"/>
          </a:xfrm>
        </p:spPr>
        <p:txBody>
          <a:bodyPr wrap="square" anchor="b">
            <a:normAutofit/>
          </a:bodyPr>
          <a:lstStyle/>
          <a:p>
            <a:pPr>
              <a:defRPr/>
            </a:pPr>
            <a:r>
              <a:rPr lang="en-US"/>
              <a:t>Threat Model</a:t>
            </a:r>
            <a:endParaRPr/>
          </a:p>
        </p:txBody>
      </p:sp>
      <p:graphicFrame>
        <p:nvGraphicFramePr>
          <p:cNvPr id="1803255511" name="Content Placeholder 1"/>
          <p:cNvGraphicFramePr>
            <a:graphicFrameLocks xmlns:a="http://schemas.openxmlformats.org/drawingml/2006/main" noGrp="1"/>
          </p:cNvGraphicFramePr>
          <p:nvPr>
            <p:ph sz="quarter" idx="13"/>
          </p:nvPr>
        </p:nvGraphicFramePr>
        <p:xfrm rot="0">
          <a:off x="457200" y="914400"/>
          <a:ext cx="8458200" cy="4114800"/>
          <a:chOff x="0" y="0"/>
          <a:chExt cx="8458200" cy="4114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6" r:qs="rId7" r:cs="rId5"/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1142264" name="Slide Number Placeholder 2"/>
          <p:cNvSpPr>
            <a:spLocks noGrp="1"/>
          </p:cNvSpPr>
          <p:nvPr>
            <p:ph type="sldNum" sz="quarter" idx="12"/>
          </p:nvPr>
        </p:nvSpPr>
        <p:spPr bwMode="auto">
          <a:xfrm>
            <a:off x="457200" y="4975323"/>
            <a:ext cx="2133600" cy="162000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defRPr/>
            </a:pPr>
            <a:fld id="{C5EF2332-01BF-834F-8236-50238282D533}" type="slidenum">
              <a:rPr lang="en-US" sz="500"/>
              <a:t>8</a:t>
            </a:fld>
            <a:endParaRPr lang="en-US" sz="500"/>
          </a:p>
        </p:txBody>
      </p:sp>
      <p:sp>
        <p:nvSpPr>
          <p:cNvPr id="752891568" name="Title 3"/>
          <p:cNvSpPr>
            <a:spLocks noGrp="1"/>
          </p:cNvSpPr>
          <p:nvPr>
            <p:ph type="title"/>
          </p:nvPr>
        </p:nvSpPr>
        <p:spPr bwMode="auto">
          <a:xfrm>
            <a:off x="457200" y="87474"/>
            <a:ext cx="8458200" cy="769776"/>
          </a:xfrm>
        </p:spPr>
        <p:txBody>
          <a:bodyPr wrap="square" anchor="b">
            <a:normAutofit/>
          </a:bodyPr>
          <a:lstStyle/>
          <a:p>
            <a:pPr>
              <a:defRPr/>
            </a:pPr>
            <a:r>
              <a:rPr lang="en-US"/>
              <a:t>Research Questions</a:t>
            </a:r>
            <a:endParaRPr/>
          </a:p>
        </p:txBody>
      </p:sp>
      <p:graphicFrame>
        <p:nvGraphicFramePr>
          <p:cNvPr id="884793367" name="Content Placeholder 1"/>
          <p:cNvGraphicFramePr>
            <a:graphicFrameLocks xmlns:a="http://schemas.openxmlformats.org/drawingml/2006/main" noGrp="1"/>
          </p:cNvGraphicFramePr>
          <p:nvPr>
            <p:ph sz="quarter" idx="13"/>
          </p:nvPr>
        </p:nvGraphicFramePr>
        <p:xfrm rot="0">
          <a:off x="457200" y="861647"/>
          <a:ext cx="8449408" cy="3912577"/>
          <a:chOff x="0" y="0"/>
          <a:chExt cx="8449408" cy="391257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6" r:qs="rId7" r:cs="rId5"/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5896568" name="Slide Number Placeholder 1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5EF2332-01BF-834F-8236-50238282D533}" type="slidenum">
              <a:rPr lang="en-US"/>
              <a:t>9</a:t>
            </a:fld>
            <a:endParaRPr lang="en-US"/>
          </a:p>
        </p:txBody>
      </p:sp>
      <p:sp>
        <p:nvSpPr>
          <p:cNvPr id="1671505865" name="Title 2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>
                <a:ea typeface="Calibri"/>
                <a:cs typeface="Calibri"/>
              </a:rPr>
              <a:t>Experimental Setup</a:t>
            </a:r>
            <a:endParaRPr lang="en-US"/>
          </a:p>
        </p:txBody>
      </p:sp>
      <p:sp>
        <p:nvSpPr>
          <p:cNvPr id="1195635967" name="Content Placeholder 3"/>
          <p:cNvSpPr>
            <a:spLocks noGrp="1"/>
          </p:cNvSpPr>
          <p:nvPr>
            <p:ph sz="half" idx="1"/>
          </p:nvPr>
        </p:nvSpPr>
        <p:spPr bwMode="auto">
          <a:xfrm flipH="0" flipV="0">
            <a:off x="207168" y="941522"/>
            <a:ext cx="4220490" cy="4033800"/>
          </a:xfrm>
        </p:spPr>
        <p:txBody>
          <a:bodyPr/>
          <a:lstStyle/>
          <a:p>
            <a:pPr marL="255270" indent="-255270">
              <a:defRPr/>
            </a:pPr>
            <a:r>
              <a:rPr lang="en-US">
                <a:ea typeface="ＭＳ Ｐゴシック"/>
                <a:cs typeface="Calibri"/>
              </a:rPr>
              <a:t>Model Architecture: CNN (image classifier)</a:t>
            </a:r>
            <a:endParaRPr lang="en-US">
              <a:ea typeface="ＭＳ Ｐゴシック"/>
              <a:cs typeface="Calibri"/>
            </a:endParaRPr>
          </a:p>
          <a:p>
            <a:pPr marL="255269" indent="-255269">
              <a:defRPr/>
            </a:pPr>
            <a:endParaRPr lang="en-US">
              <a:ea typeface="ＭＳ Ｐゴシック"/>
              <a:cs typeface="Calibri"/>
            </a:endParaRPr>
          </a:p>
          <a:p>
            <a:pPr marL="255270" indent="-255270">
              <a:defRPr/>
            </a:pPr>
            <a:r>
              <a:rPr lang="en-US">
                <a:ea typeface="ＭＳ Ｐゴシック"/>
                <a:cs typeface="Calibri"/>
              </a:rPr>
              <a:t>Dataset</a:t>
            </a:r>
            <a:r>
              <a:rPr lang="de-DE">
                <a:ea typeface="ＭＳ Ｐゴシック"/>
                <a:cs typeface="Calibri"/>
              </a:rPr>
              <a:t>: </a:t>
            </a:r>
            <a:r>
              <a:rPr lang="en-US">
                <a:ea typeface="ＭＳ Ｐゴシック"/>
                <a:cs typeface="Calibri"/>
              </a:rPr>
              <a:t>MNIST</a:t>
            </a:r>
            <a:endParaRPr lang="en-US">
              <a:ea typeface="ＭＳ Ｐゴシック"/>
              <a:cs typeface="Calibri"/>
            </a:endParaRPr>
          </a:p>
          <a:p>
            <a:pPr marL="255269" indent="-255269">
              <a:defRPr/>
            </a:pPr>
            <a:endParaRPr lang="en-US">
              <a:cs typeface="Calibri"/>
            </a:endParaRPr>
          </a:p>
        </p:txBody>
      </p:sp>
      <p:pic>
        <p:nvPicPr>
          <p:cNvPr id="820971597" name="Content Placeholder 7"/>
          <p:cNvPicPr>
            <a:picLocks noChangeAspect="1" noGrp="1"/>
          </p:cNvPicPr>
          <p:nvPr>
            <p:ph sz="quarter" idx="14"/>
          </p:nvPr>
        </p:nvPicPr>
        <p:blipFill rotWithShape="1">
          <a:blip r:embed="rId3"/>
          <a:stretch/>
        </p:blipFill>
        <p:spPr bwMode="auto">
          <a:xfrm>
            <a:off x="1982311" y="1338114"/>
            <a:ext cx="2258037" cy="1439861"/>
          </a:xfrm>
          <a:prstGeom prst="rect">
            <a:avLst/>
          </a:prstGeom>
          <a:noFill/>
          <a:ln>
            <a:noFill/>
          </a:ln>
        </p:spPr>
      </p:pic>
      <p:sp>
        <p:nvSpPr>
          <p:cNvPr id="2054996720" name="Inhaltsplatzhalter 3"/>
          <p:cNvSpPr>
            <a:spLocks noGrp="1"/>
          </p:cNvSpPr>
          <p:nvPr>
            <p:ph sz="half" idx="2"/>
          </p:nvPr>
        </p:nvSpPr>
        <p:spPr bwMode="auto">
          <a:xfrm>
            <a:off x="4686299" y="941522"/>
            <a:ext cx="4152899" cy="4114800"/>
          </a:xfrm>
        </p:spPr>
        <p:txBody>
          <a:bodyPr/>
          <a:lstStyle>
            <a:lvl1pPr>
              <a:defRPr sz="1500"/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marL="0" indent="0" algn="l">
              <a:buClr>
                <a:schemeClr val="accent2"/>
              </a:buClr>
              <a:buSzPct val="100000"/>
              <a:buFont typeface="Wingdings"/>
              <a:buNone/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>
                      <m:jc m:val="left"/>
                    </m:oMathParaPr>
                    <m:oMath>
                      <m:r>
                        <m:rPr>
                          <m:sty m:val="b"/>
                        </m:rPr>
                        <a:rPr lang="en-US" sz="1500" u="none" strike="noStrike" cap="none" spc="0">
                          <a:solidFill>
                            <a:schemeClr val="tx2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Reporting metrics</m:t>
                      </m:r>
                    </m:oMath>
                  </m:oMathPara>
                </a14:m>
              </mc:Choice>
              <mc:Fallback/>
            </mc:AlternateContent>
            <a:endParaRPr sz="1500" b="1" u="none" strike="noStrike" cap="none" spc="0">
              <a:solidFill>
                <a:schemeClr val="tx2"/>
              </a:solidFill>
              <a:latin typeface="Cambria Math"/>
              <a:ea typeface="Cambria Math"/>
              <a:cs typeface="Cambria Math"/>
            </a:endParaRPr>
          </a:p>
          <a:p>
            <a:pPr marL="0" indent="0" algn="l">
              <a:buClr>
                <a:schemeClr val="accent2"/>
              </a:buClr>
              <a:buSzPct val="100000"/>
              <a:buFont typeface="Wingdings"/>
              <a:buNone/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>
                      <m:jc m:val="left"/>
                    </m:oMathParaPr>
                    <m:oMath>
                      <m:r>
                        <m:rPr>
                          <m:sty m:val="p"/>
                        </m:rPr>
                        <a:rPr lang="en-US" sz="16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Privacy: </m:t>
                      </m:r>
                      <m:func>
                        <m:funcPr>
                          <m:ctrlPr>
                            <a:rPr lang="en-US" sz="16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6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max</m:t>
                          </m:r>
                        </m:fName>
                        <m:e>
                          <m:d>
                            <m:dPr>
                              <m:begChr m:val="("/>
                              <m:endChr m:val=")"/>
                              <m:ctrlPr>
                                <a:rPr lang="en-US" sz="16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sz="16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0,</m:t>
                              </m:r>
                              <m:f>
                                <m:fPr>
                                  <m:ctrlPr>
                                    <a:rPr lang="en-US" sz="1600" u="none" strike="noStrike" cap="none" spc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sz="1600" i="1" u="none" strike="noStrike" cap="none" spc="0">
                                          <a:solidFill>
                                            <a:schemeClr val="tx1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i"/>
                                        </m:rPr>
                                        <a:rPr lang="en-US" sz="1600" u="none" strike="noStrike" cap="none" spc="0">
                                          <a:solidFill>
                                            <a:schemeClr val="tx1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ε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i"/>
                                        </m:rPr>
                                        <a:rPr lang="en-US" sz="1600" u="none" strike="noStrike" cap="none" spc="0">
                                          <a:solidFill>
                                            <a:schemeClr val="tx1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max</m:t>
                                      </m:r>
                                    </m:sub>
                                  </m:sSub>
                                  <m:r>
                                    <m:rPr>
                                      <m:sty m:val="p"/>
                                    </m:rPr>
                                    <a:rPr lang="en-US" sz="1600" u="none" strike="noStrike" cap="none" spc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-ε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sz="1600" u="none" strike="noStrike" cap="none" spc="0">
                                          <a:solidFill>
                                            <a:schemeClr val="tx1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1600" u="none" strike="noStrike" cap="none" spc="0">
                                          <a:solidFill>
                                            <a:schemeClr val="tx1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ε</m:t>
                                      </m:r>
                                    </m:e>
                                    <m:sub>
                                      <m:r>
                                        <m:rPr/>
                                        <a:rPr lang="en-US" sz="1600" u="none" strike="noStrike" cap="none" spc="0">
                                          <a:solidFill>
                                            <a:schemeClr val="tx1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max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</m:func>
                    </m:oMath>
                  </m:oMathPara>
                </a14:m>
              </mc:Choice>
              <mc:Fallback/>
            </mc:AlternateContent>
            <a:endParaRPr sz="1600" i="0" u="none" strike="noStrike" cap="none" spc="0">
              <a:solidFill>
                <a:schemeClr val="tx1"/>
              </a:solidFill>
              <a:latin typeface="Cambria Math"/>
              <a:ea typeface="Cambria Math"/>
              <a:cs typeface="Cambria Math"/>
            </a:endParaRPr>
          </a:p>
          <a:p>
            <a:pPr marL="0" indent="0" algn="l">
              <a:buClr>
                <a:schemeClr val="accent2"/>
              </a:buClr>
              <a:buSzPct val="100000"/>
              <a:buFont typeface="Wingdings"/>
              <a:buNone/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>
                      <m:jc m:val="left"/>
                    </m:oMathParaPr>
                    <m:oMath>
                      <m:r>
                        <m:rPr>
                          <m:sty m:val="p"/>
                        </m:rPr>
                        <a:rPr lang="en-US" sz="16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Robustness</m:t>
                      </m:r>
                      <m:r>
                        <m:rPr>
                          <m:sty m:val="p"/>
                        </m:rPr>
                        <a:rPr lang="en-US" sz="16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: 1-</m:t>
                      </m:r>
                      <m:sSub>
                        <m:sSubPr>
                          <m:ctrlPr>
                            <a:rPr lang="en-US" sz="16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6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Δ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6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acc</m:t>
                          </m:r>
                        </m:sub>
                      </m:sSub>
                    </m:oMath>
                  </m:oMathPara>
                </a14:m>
              </mc:Choice>
              <mc:Fallback/>
            </mc:AlternateContent>
            <a:endParaRPr sz="1600" u="none" strike="noStrike" cap="none" spc="0">
              <a:solidFill>
                <a:schemeClr val="tx1"/>
              </a:solidFill>
              <a:latin typeface="Cambria Math"/>
              <a:ea typeface="Cambria Math"/>
              <a:cs typeface="Cambria Math"/>
            </a:endParaRPr>
          </a:p>
          <a:p>
            <a:pPr marL="0" indent="0" algn="l">
              <a:buClr>
                <a:schemeClr val="accent2"/>
              </a:buClr>
              <a:buSzPct val="100000"/>
              <a:buFont typeface="Wingdings"/>
              <a:buNone/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>
                      <m:jc m:val="left"/>
                    </m:oMathParaPr>
                    <m:oMath>
                      <m:r>
                        <m:rPr>
                          <m:sty m:val="p"/>
                        </m:rPr>
                        <a:rPr lang="en-US" sz="16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Efficiency</m:t>
                      </m:r>
                      <m:r>
                        <m:rPr>
                          <m:sty m:val="p"/>
                        </m:rPr>
                        <a:rPr lang="en-US" sz="16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: α×</m:t>
                      </m:r>
                      <m:f>
                        <m:fPr>
                          <m:ctrlPr>
                            <a:rPr lang="en-US" sz="16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6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6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t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16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base</m:t>
                              </m:r>
                            </m:sub>
                          </m:sSub>
                        </m:num>
                        <m:den>
                          <m:r>
                            <m:rPr>
                              <m:sty m:val="p"/>
                            </m:rPr>
                            <a:rPr lang="en-US" sz="16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</m:den>
                      </m:f>
                      <m:r>
                        <m:rPr>
                          <m:sty m:val="p"/>
                        </m:rPr>
                        <a:rPr lang="en-US" sz="16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d>
                        <m:dPr>
                          <m:begChr m:val="("/>
                          <m:endChr m:val=")"/>
                          <m:ctrlPr>
                            <a:rPr lang="en-US" sz="16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16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1-α</m:t>
                          </m:r>
                        </m:e>
                      </m:d>
                      <m:r>
                        <m:rPr>
                          <m:sty m:val="p"/>
                        </m:rPr>
                        <a:rPr lang="en-US" sz="16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×</m:t>
                      </m:r>
                      <m:f>
                        <m:fPr>
                          <m:ctrlPr>
                            <a:rPr lang="en-US" sz="16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6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6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b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16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base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US" sz="16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-b</m:t>
                          </m:r>
                        </m:num>
                        <m:den>
                          <m:sSub>
                            <m:sSubPr>
                              <m:ctrlPr>
                                <a:rPr lang="en-US" sz="16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6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b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16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base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</mc:Choice>
              <mc:Fallback/>
            </mc:AlternateContent>
            <a:endParaRPr sz="1600" u="none" strike="noStrike" cap="none" spc="0">
              <a:solidFill>
                <a:schemeClr val="tx1"/>
              </a:solidFill>
              <a:latin typeface="Cambria Math"/>
              <a:ea typeface="Cambria Math"/>
              <a:cs typeface="Cambria Math"/>
            </a:endParaRPr>
          </a:p>
          <a:p>
            <a:pPr marL="0" indent="0" algn="l">
              <a:buClr>
                <a:schemeClr val="accent2"/>
              </a:buClr>
              <a:buSzPct val="100000"/>
              <a:buFont typeface="Wingdings"/>
              <a:buNone/>
              <a:defRPr/>
            </a:pPr>
            <a:endParaRPr lang="en-US" sz="1500" u="none" strike="noStrike" cap="none" spc="0">
              <a:solidFill>
                <a:schemeClr val="tx2"/>
              </a:solidFill>
              <a:latin typeface="Cambria Math"/>
              <a:ea typeface="Cambria Math"/>
              <a:cs typeface="Cambria Math"/>
            </a:endParaRPr>
          </a:p>
          <a:p>
            <a:pPr marL="0" indent="0" algn="l">
              <a:buClr>
                <a:schemeClr val="accent2"/>
              </a:buClr>
              <a:buSzPct val="100000"/>
              <a:buFont typeface="Wingdings"/>
              <a:buNone/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>
                      <m:jc m:val="left"/>
                    </m:oMathParaPr>
                    <m:oMath>
                      <m:r>
                        <m:rPr>
                          <m:sty m:val="i"/>
                        </m:rPr>
                        <a:rPr lang="en-US" sz="1500" u="none" strike="noStrike" cap="none" spc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ε - privacy budget</m:t>
                      </m:r>
                    </m:oMath>
                  </m:oMathPara>
                </a14:m>
              </mc:Choice>
              <mc:Fallback/>
            </mc:AlternateContent>
            <a:endParaRPr sz="1500" i="1" u="none" strike="noStrike" cap="none" spc="0">
              <a:solidFill>
                <a:schemeClr val="tx1">
                  <a:lumMod val="65000"/>
                  <a:lumOff val="35000"/>
                </a:schemeClr>
              </a:solidFill>
              <a:latin typeface="Cambria Math"/>
              <a:ea typeface="Cambria Math"/>
              <a:cs typeface="Cambria Math"/>
            </a:endParaRPr>
          </a:p>
          <a:p>
            <a:pPr marL="0" indent="0" algn="l">
              <a:buClr>
                <a:schemeClr val="accent2"/>
              </a:buClr>
              <a:buSzPct val="100000"/>
              <a:buFont typeface="Wingdings"/>
              <a:buNone/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1500" i="1" u="none" strike="noStrike" cap="none" spc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i"/>
                            </m:rPr>
                            <a:rPr lang="en-US" sz="1500" u="none" strike="noStrike" cap="none" spc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Δ</m:t>
                          </m:r>
                        </m:e>
                        <m:sub>
                          <m:r>
                            <m:rPr>
                              <m:sty m:val="i"/>
                            </m:rPr>
                            <a:rPr lang="en-US" sz="1500" u="none" strike="noStrike" cap="none" spc="0">
                              <a:solidFill>
                                <a:schemeClr val="tx2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acc</m:t>
                          </m:r>
                        </m:sub>
                      </m:sSub>
                      <m:r>
                        <m:rPr>
                          <m:sty m:val="i"/>
                        </m:rPr>
                        <a:rPr lang="en-US" sz="1500" u="none" strike="noStrike" cap="none" spc="0">
                          <a:solidFill>
                            <a:schemeClr val="tx2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-accuracy gap to clean baseline</m:t>
                      </m:r>
                    </m:oMath>
                  </m:oMathPara>
                </a14:m>
              </mc:Choice>
              <mc:Fallback/>
            </mc:AlternateContent>
            <a:endParaRPr sz="1500" i="1" u="none" strike="noStrike" cap="none" spc="0">
              <a:solidFill>
                <a:schemeClr val="tx1">
                  <a:lumMod val="65000"/>
                  <a:lumOff val="35000"/>
                </a:schemeClr>
              </a:solidFill>
              <a:latin typeface="Cambria Math"/>
              <a:ea typeface="Cambria Math"/>
              <a:cs typeface="Cambria Math"/>
            </a:endParaRPr>
          </a:p>
          <a:p>
            <a:pPr marL="0" indent="0" algn="l">
              <a:buClr>
                <a:schemeClr val="accent2"/>
              </a:buClr>
              <a:buSzPct val="100000"/>
              <a:buFont typeface="Wingdings"/>
              <a:buNone/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>
                      <m:jc m:val="left"/>
                    </m:oMathParaPr>
                    <m:oMath>
                      <m:r>
                        <m:rPr>
                          <m:sty m:val="i"/>
                        </m:rPr>
                        <a:rPr lang="en-US" sz="1500" u="none" strike="noStrike" cap="none" spc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t-</m:t>
                      </m:r>
                      <m:f>
                        <m:fPr>
                          <m:ctrlPr>
                            <a:rPr lang="en-US" sz="1500" i="1" u="none" strike="noStrike" cap="none" spc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m:rPr>
                              <m:sty m:val="i"/>
                            </m:rPr>
                            <a:rPr lang="en-US" sz="1500" u="none" strike="noStrike" cap="none" spc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wall clock training time</m:t>
                          </m:r>
                        </m:num>
                        <m:den>
                          <m:r>
                            <m:rPr>
                              <m:sty m:val="i"/>
                            </m:rPr>
                            <a:rPr lang="en-US" sz="1500" u="none" strike="noStrike" cap="none" spc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#clients×#rounds</m:t>
                          </m:r>
                        </m:den>
                      </m:f>
                    </m:oMath>
                  </m:oMathPara>
                </a14:m>
              </mc:Choice>
              <mc:Fallback/>
            </mc:AlternateContent>
            <a:endParaRPr i="1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 algn="l">
              <a:buClr>
                <a:schemeClr val="accent2"/>
              </a:buClr>
              <a:buSzPct val="100000"/>
              <a:buFont typeface="Wingdings"/>
              <a:buNone/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>
                      <m:jc m:val="left"/>
                    </m:oMathParaPr>
                    <m:oMath>
                      <m:r>
                        <m:rPr>
                          <m:sty m:val="i"/>
                        </m:rPr>
                        <a:rPr lang="en-US" sz="1500" u="none" strike="noStrike" cap="none" spc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b-</m:t>
                      </m:r>
                      <m:f>
                        <m:fPr>
                          <m:ctrlPr>
                            <a:rPr lang="en-US" sz="1500" i="1" u="none" strike="noStrike" cap="none" spc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m:rPr>
                              <m:sty m:val="i"/>
                            </m:rPr>
                            <a:rPr lang="en-US" sz="1500" u="none" strike="noStrike" cap="none" spc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total bytes transferred</m:t>
                          </m:r>
                        </m:num>
                        <m:den>
                          <m:r>
                            <m:rPr>
                              <m:sty m:val="i"/>
                            </m:rPr>
                            <a:rPr lang="en-US" sz="1500" u="none" strike="noStrike" cap="none" spc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#clients×#rounds</m:t>
                          </m:r>
                        </m:den>
                      </m:f>
                    </m:oMath>
                  </m:oMathPara>
                </a14:m>
              </mc:Choice>
              <mc:Fallback/>
            </mc:AlternateContent>
            <a:endParaRPr lang="en-US" sz="1500" u="none" strike="noStrike" cap="none" spc="0">
              <a:solidFill>
                <a:schemeClr val="tx2"/>
              </a:solidFill>
              <a:latin typeface="Cambria Math"/>
              <a:ea typeface="Cambria Math"/>
              <a:cs typeface="Cambria Math"/>
            </a:endParaRPr>
          </a:p>
          <a:p>
            <a:pPr marL="0" indent="0">
              <a:buClr>
                <a:schemeClr val="accent2"/>
              </a:buClr>
              <a:buSzPct val="100000"/>
              <a:buFont typeface="Wingdings"/>
              <a:buNone/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4765420" name="Slide Number Placeholder 1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5EF2332-01BF-834F-8236-50238282D533}" type="slidenum">
              <a:rPr lang="en-US"/>
              <a:t>12</a:t>
            </a:fld>
            <a:endParaRPr lang="en-US"/>
          </a:p>
        </p:txBody>
      </p:sp>
      <p:sp>
        <p:nvSpPr>
          <p:cNvPr id="831975663" name="Title 2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>
                <a:ea typeface="Calibri"/>
                <a:cs typeface="Calibri"/>
              </a:rPr>
              <a:t>References</a:t>
            </a:r>
            <a:endParaRPr lang="en-US"/>
          </a:p>
        </p:txBody>
      </p:sp>
      <p:sp>
        <p:nvSpPr>
          <p:cNvPr id="770606442" name="Content Placeholder 3"/>
          <p:cNvSpPr>
            <a:spLocks noGrp="1"/>
          </p:cNvSpPr>
          <p:nvPr>
            <p:ph sz="half" idx="1"/>
          </p:nvPr>
        </p:nvSpPr>
        <p:spPr bwMode="auto">
          <a:xfrm>
            <a:off x="457200" y="914400"/>
            <a:ext cx="8458200" cy="4114800"/>
          </a:xfrm>
        </p:spPr>
        <p:txBody>
          <a:bodyPr anchor="ctr"/>
          <a:lstStyle/>
          <a:p>
            <a:pPr>
              <a:defRPr/>
            </a:pPr>
            <a:r>
              <a:rPr lang="en-US"/>
              <a:t>Y. </a:t>
            </a:r>
            <a:r>
              <a:rPr lang="en-US"/>
              <a:t>Allouah</a:t>
            </a:r>
            <a:r>
              <a:rPr lang="en-US"/>
              <a:t>, R. </a:t>
            </a:r>
            <a:r>
              <a:rPr lang="en-US"/>
              <a:t>Guerraoui</a:t>
            </a:r>
            <a:r>
              <a:rPr lang="en-US"/>
              <a:t>, N. Gupta, R. Pinot, and J. Stephan, “</a:t>
            </a:r>
            <a:r>
              <a:rPr lang="en-US" i="1"/>
              <a:t>On the privacy-robustness-utility trilemma in distributed learning</a:t>
            </a:r>
            <a:r>
              <a:rPr lang="en-US"/>
              <a:t>,” in Proceedings of the 40th International Conference on Machine Learning, ser. Proceedings of Machine Learning Research, 2023. [Online]. Available: </a:t>
            </a:r>
            <a:r>
              <a:rPr lang="en-US" u="sng">
                <a:hlinkClick r:id="rId3" tooltip=""/>
              </a:rPr>
              <a:t>https://arxiv.org/abs/2302.04787</a:t>
            </a:r>
            <a:endParaRPr lang="en-US"/>
          </a:p>
          <a:p>
            <a:pPr>
              <a:defRPr/>
            </a:pPr>
            <a:r>
              <a:rPr lang="en-US"/>
              <a:t>D. J. Beutel, T. Topal, A. Mathur, X. Qiu, J. Fernandez-Marques, Y. Gao, L. Sani, K. H. Li, T. </a:t>
            </a:r>
            <a:r>
              <a:rPr lang="en-US"/>
              <a:t>Parcollet</a:t>
            </a:r>
            <a:r>
              <a:rPr lang="en-US"/>
              <a:t>, P. P. de </a:t>
            </a:r>
            <a:r>
              <a:rPr lang="en-US"/>
              <a:t>Gusm˜ao</a:t>
            </a:r>
            <a:r>
              <a:rPr lang="en-US"/>
              <a:t>, and N. D. Lane, “</a:t>
            </a:r>
            <a:r>
              <a:rPr lang="en-US" i="1"/>
              <a:t>Flower: A friendly federated learning research framework</a:t>
            </a:r>
            <a:r>
              <a:rPr lang="en-US"/>
              <a:t>,” </a:t>
            </a:r>
            <a:r>
              <a:rPr lang="en-US"/>
              <a:t>arXiv</a:t>
            </a:r>
            <a:r>
              <a:rPr lang="en-US"/>
              <a:t> preprint, vol. arXiv:2007.14390, 2020. [Online]. Available: </a:t>
            </a:r>
            <a:r>
              <a:rPr lang="en-US" u="sng">
                <a:hlinkClick r:id="rId4" tooltip=""/>
              </a:rPr>
              <a:t>https://arxiv.org/abs/2007.14390</a:t>
            </a:r>
            <a:endParaRPr lang="en-US"/>
          </a:p>
          <a:p>
            <a:pPr>
              <a:defRPr/>
            </a:pPr>
            <a:r>
              <a:rPr lang="en-US"/>
              <a:t>A. Yousefpour, I. Shilov, A. </a:t>
            </a:r>
            <a:r>
              <a:rPr lang="en-US"/>
              <a:t>Sablayrolles</a:t>
            </a:r>
            <a:r>
              <a:rPr lang="en-US"/>
              <a:t>, D. </a:t>
            </a:r>
            <a:r>
              <a:rPr lang="en-US"/>
              <a:t>Testuggine</a:t>
            </a:r>
            <a:r>
              <a:rPr lang="en-US"/>
              <a:t>, K. Prasad, M. Malek, J. Nguyen, S. Ghosh, A. Bharadwaj, J. Zhao, G. </a:t>
            </a:r>
            <a:r>
              <a:rPr lang="en-US"/>
              <a:t>Cormode</a:t>
            </a:r>
            <a:r>
              <a:rPr lang="en-US"/>
              <a:t>, and I. Mironov, “</a:t>
            </a:r>
            <a:r>
              <a:rPr lang="en-US" i="1"/>
              <a:t>Opacus</a:t>
            </a:r>
            <a:r>
              <a:rPr lang="en-US" i="1"/>
              <a:t>: User-friendly differential privacy library in </a:t>
            </a:r>
            <a:r>
              <a:rPr lang="en-US" i="1"/>
              <a:t>PyTorch</a:t>
            </a:r>
            <a:r>
              <a:rPr lang="en-US"/>
              <a:t>,” </a:t>
            </a:r>
            <a:r>
              <a:rPr lang="en-US"/>
              <a:t>arXiv</a:t>
            </a:r>
            <a:r>
              <a:rPr lang="en-US"/>
              <a:t> preprint, vol. arXiv:2109.12298, 2021. [Online]. Available: https://arxiv.org/abs/2109.12298</a:t>
            </a:r>
            <a:endParaRPr/>
          </a:p>
          <a:p>
            <a:pPr>
              <a:defRPr/>
            </a:pPr>
            <a:r>
              <a:rPr lang="en-US"/>
              <a:t>X. Cao, M. Fang, J. Liu, and N. Z. Gong, “</a:t>
            </a:r>
            <a:r>
              <a:rPr lang="en-US" i="1"/>
              <a:t>FLTrust</a:t>
            </a:r>
            <a:r>
              <a:rPr lang="en-US" i="1"/>
              <a:t>: Byzantine-robust federated learning via trust bootstrapping</a:t>
            </a:r>
            <a:r>
              <a:rPr lang="en-US"/>
              <a:t>,” in Network and Distributed System Security Symposium (NDSS), 2021. [Online]. Available: </a:t>
            </a:r>
            <a:r>
              <a:rPr lang="en-US" u="sng">
                <a:hlinkClick r:id="rId5" tooltip=""/>
              </a:rPr>
              <a:t>https://arxiv.org/abs/2012.13995</a:t>
            </a:r>
            <a:endParaRPr lang="en-US"/>
          </a:p>
          <a:p>
            <a:pPr>
              <a:defRPr/>
            </a:pPr>
            <a:r>
              <a:rPr lang="en-US"/>
              <a:t>S. Li, E. C.-H. Ngai, F. Ye, L. Ju, T. Zhang, and T. Voigt, “</a:t>
            </a:r>
            <a:r>
              <a:rPr lang="en-US" i="1"/>
              <a:t>BLADES: A unified benchmark suite for Byzantine attacks and defenses in federated learning</a:t>
            </a:r>
            <a:r>
              <a:rPr lang="en-US"/>
              <a:t>,” in Proceedings of the ACM/IEEE International Conference on Internet-of-Things Design and Implementation (</a:t>
            </a:r>
            <a:r>
              <a:rPr lang="en-US"/>
              <a:t>IoTDI</a:t>
            </a:r>
            <a:r>
              <a:rPr lang="en-US"/>
              <a:t>), 2024.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95964586" name="Slide Number Placeholder 1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5EF2332-01BF-834F-8236-50238282D533}" type="slidenum">
              <a:rPr lang="en-US"/>
              <a:t>13</a:t>
            </a:fld>
            <a:endParaRPr lang="en-US"/>
          </a:p>
        </p:txBody>
      </p:sp>
      <p:sp>
        <p:nvSpPr>
          <p:cNvPr id="1952264769" name="Title 2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>
                <a:ea typeface="Calibri"/>
                <a:cs typeface="Calibri"/>
              </a:rPr>
              <a:t>References</a:t>
            </a:r>
            <a:endParaRPr lang="en-US"/>
          </a:p>
        </p:txBody>
      </p:sp>
      <p:sp>
        <p:nvSpPr>
          <p:cNvPr id="1847915681" name="Content Placeholder 3"/>
          <p:cNvSpPr>
            <a:spLocks noGrp="1"/>
          </p:cNvSpPr>
          <p:nvPr>
            <p:ph sz="half" idx="1"/>
          </p:nvPr>
        </p:nvSpPr>
        <p:spPr bwMode="auto">
          <a:xfrm>
            <a:off x="457200" y="914400"/>
            <a:ext cx="8458200" cy="4114800"/>
          </a:xfrm>
        </p:spPr>
        <p:txBody>
          <a:bodyPr anchor="ctr"/>
          <a:lstStyle/>
          <a:p>
            <a:pPr>
              <a:defRPr/>
            </a:pPr>
            <a:r>
              <a:rPr lang="en-US"/>
              <a:t>S. Shi, X. Chu, K. C. Cheung, and S. See, “</a:t>
            </a:r>
            <a:r>
              <a:rPr lang="en-US" i="1"/>
              <a:t>Understanding </a:t>
            </a:r>
            <a:r>
              <a:rPr lang="en-US" i="1"/>
              <a:t>topk</a:t>
            </a:r>
            <a:r>
              <a:rPr lang="en-US" i="1"/>
              <a:t> </a:t>
            </a:r>
            <a:r>
              <a:rPr lang="en-US" i="1"/>
              <a:t>sparsification</a:t>
            </a:r>
            <a:r>
              <a:rPr lang="en-US" i="1"/>
              <a:t> in distributed deep learning</a:t>
            </a:r>
            <a:r>
              <a:rPr lang="en-US"/>
              <a:t>,” 2019. [Online]. Available: </a:t>
            </a:r>
            <a:r>
              <a:rPr lang="en-US" u="sng">
                <a:hlinkClick r:id="rId3" tooltip=""/>
              </a:rPr>
              <a:t>https://arxiv.org/abs/1911.08772</a:t>
            </a:r>
            <a:endParaRPr lang="en-US"/>
          </a:p>
          <a:p>
            <a:pPr>
              <a:defRPr/>
            </a:pPr>
            <a:r>
              <a:rPr lang="en-US"/>
              <a:t>R. </a:t>
            </a:r>
            <a:r>
              <a:rPr lang="en-US"/>
              <a:t>Guerraoui</a:t>
            </a:r>
            <a:r>
              <a:rPr lang="en-US"/>
              <a:t>, N. Gupta, R. Pinot, S. Rouault, and J. Stephan, “</a:t>
            </a:r>
            <a:r>
              <a:rPr lang="en-US" i="1"/>
              <a:t>Differential privacy and byzantine resilience in </a:t>
            </a:r>
            <a:r>
              <a:rPr lang="en-US" i="1"/>
              <a:t>sgd</a:t>
            </a:r>
            <a:r>
              <a:rPr lang="en-US" i="1"/>
              <a:t>: Do they add up?” </a:t>
            </a:r>
            <a:r>
              <a:rPr lang="en-US"/>
              <a:t>2021. [Online]. Available: </a:t>
            </a:r>
            <a:r>
              <a:rPr lang="en-US" u="sng">
                <a:hlinkClick r:id="rId4" tooltip=""/>
              </a:rPr>
              <a:t>https://arxiv.org/abs/2102.08166</a:t>
            </a:r>
            <a:endParaRPr lang="en-US"/>
          </a:p>
          <a:p>
            <a:pPr>
              <a:defRPr/>
            </a:pPr>
            <a:r>
              <a:rPr lang="en-US"/>
              <a:t>I. Mironov, “</a:t>
            </a:r>
            <a:r>
              <a:rPr lang="en-US" i="1"/>
              <a:t>Rényi differential privacy</a:t>
            </a:r>
            <a:r>
              <a:rPr lang="en-US"/>
              <a:t>,” in 2017 IEEE 30th Computer Security Foundations Symposium (CSF). IEEE, Aug. 2017, p. 263–275. [Online]. Available: </a:t>
            </a:r>
            <a:r>
              <a:rPr lang="en-US" u="sng">
                <a:hlinkClick r:id="rId5" tooltip=""/>
              </a:rPr>
              <a:t>http://dx.doi.org/10.1109/CSF.2017.11</a:t>
            </a:r>
            <a:endParaRPr lang="en-US"/>
          </a:p>
          <a:p>
            <a:pPr>
              <a:defRPr/>
            </a:pPr>
            <a:r>
              <a:rPr lang="en-US"/>
              <a:t>P. Blanchard, E. M. El Mhamdi, R. </a:t>
            </a:r>
            <a:r>
              <a:rPr lang="en-US"/>
              <a:t>Guerraoui</a:t>
            </a:r>
            <a:r>
              <a:rPr lang="en-US"/>
              <a:t>, and J. Stainer, “</a:t>
            </a:r>
            <a:r>
              <a:rPr lang="en-US" i="1"/>
              <a:t>Machine learning with adversaries: Byzantine tolerant gradient descent</a:t>
            </a:r>
            <a:r>
              <a:rPr lang="en-US"/>
              <a:t>,” in Advances in Neural Information Processing Systems (</a:t>
            </a:r>
            <a:r>
              <a:rPr lang="en-US"/>
              <a:t>NeurIPS</a:t>
            </a:r>
            <a:r>
              <a:rPr lang="en-US"/>
              <a:t>), vol. 30, 2017.</a:t>
            </a:r>
            <a:endParaRPr/>
          </a:p>
          <a:p>
            <a:pPr>
              <a:defRPr/>
            </a:pPr>
            <a:r>
              <a:rPr lang="en-US"/>
              <a:t>M. Abadi, A. Chu, I. Goodfellow, H. B. McMahan, I. Mironov, K. Talwar, and L. Zhang, “</a:t>
            </a:r>
            <a:r>
              <a:rPr lang="en-US" i="1"/>
              <a:t>Deep learning with differential privacy</a:t>
            </a:r>
            <a:r>
              <a:rPr lang="en-US"/>
              <a:t>,” in Proceedings of the ACM SIGSAC Conference on Computer and Communications Security (CCS). ACM, 2016, pp. 308–318.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002237" name="Slide Number Placeholder 1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5EF2332-01BF-834F-8236-50238282D533}" type="slidenum">
              <a:rPr lang="en-US"/>
              <a:t>14</a:t>
            </a:fld>
            <a:endParaRPr lang="en-US"/>
          </a:p>
        </p:txBody>
      </p:sp>
      <p:sp>
        <p:nvSpPr>
          <p:cNvPr id="1577995580" name="Title 2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>
                <a:ea typeface="Calibri"/>
                <a:cs typeface="Calibri"/>
              </a:rPr>
              <a:t>Local Differential Privacy in Deep Learning</a:t>
            </a:r>
            <a:endParaRPr lang="en-US"/>
          </a:p>
        </p:txBody>
      </p:sp>
      <p:pic>
        <p:nvPicPr>
          <p:cNvPr id="1944548053" name="Content Placeholder 314" descr="A black and white text on a white background&#10;&#10;AI-generated content may be incorrect."/>
          <p:cNvPicPr>
            <a:picLocks noChangeAspect="1" noGrp="1"/>
          </p:cNvPicPr>
          <p:nvPr>
            <p:ph sz="quarter" idx="14"/>
          </p:nvPr>
        </p:nvPicPr>
        <p:blipFill rotWithShape="1">
          <a:blip r:embed="rId3"/>
          <a:stretch/>
        </p:blipFill>
        <p:spPr bwMode="auto">
          <a:xfrm>
            <a:off x="393789" y="1214708"/>
            <a:ext cx="4178211" cy="341875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59366318" name="TextBox 316"/>
          <p:cNvSpPr txBox="1"/>
          <p:nvPr/>
        </p:nvSpPr>
        <p:spPr bwMode="auto">
          <a:xfrm>
            <a:off x="4823670" y="1331752"/>
            <a:ext cx="4000500" cy="307776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/>
            <a:spAutoFit/>
          </a:bodyPr>
          <a:lstStyle/>
          <a:p>
            <a:pPr>
              <a:defRPr/>
            </a:pPr>
            <a:r>
              <a:rPr lang="en-US">
                <a:ea typeface="+mn-lt"/>
                <a:cs typeface="+mn-lt"/>
              </a:rPr>
              <a:t>Privacy budget</a:t>
            </a:r>
            <a:r>
              <a:rPr lang="en-US">
                <a:ea typeface="+mn-lt"/>
                <a:cs typeface="+mn-lt"/>
              </a:rPr>
              <a:t> ε</a:t>
            </a:r>
            <a:endParaRPr lang="en-US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  <a:defRPr/>
            </a:pPr>
            <a:r>
              <a:rPr lang="en-US" sz="1400" i="1">
                <a:ea typeface="+mn-lt"/>
                <a:cs typeface="+mn-lt"/>
              </a:rPr>
              <a:t>Probability, that a perturbed output remains distinguishable whether an individual's data is true or altered </a:t>
            </a:r>
            <a:endParaRPr/>
          </a:p>
          <a:p>
            <a:pPr marL="285750" indent="-285750">
              <a:buFont typeface="Arial"/>
              <a:buChar char="•"/>
              <a:defRPr/>
            </a:pPr>
            <a:r>
              <a:rPr lang="en-US" sz="1400" i="1">
                <a:ea typeface="+mn-lt"/>
                <a:cs typeface="+mn-lt"/>
              </a:rPr>
              <a:t>"measure of preserved information"</a:t>
            </a:r>
            <a:endParaRPr lang="en-US" sz="1400" i="1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  <a:defRPr/>
            </a:pPr>
            <a:r>
              <a:rPr lang="en-US" sz="1400" i="1">
                <a:ea typeface="Calibri"/>
                <a:cs typeface="Calibri"/>
              </a:rPr>
              <a:t>Controls tra</a:t>
            </a:r>
            <a:r>
              <a:rPr lang="en-US" sz="1400" i="1">
                <a:ea typeface="Calibri"/>
                <a:cs typeface="Calibri"/>
              </a:rPr>
              <a:t>de-off between privacy and data utility</a:t>
            </a:r>
            <a:endParaRPr lang="en-US" sz="1400" i="1">
              <a:ea typeface="Calibri"/>
              <a:cs typeface="Calibri"/>
            </a:endParaRPr>
          </a:p>
          <a:p>
            <a:pPr>
              <a:defRPr/>
            </a:pPr>
            <a:endParaRPr lang="en-US">
              <a:ea typeface="+mn-lt"/>
              <a:cs typeface="+mn-lt"/>
            </a:endParaRPr>
          </a:p>
          <a:p>
            <a:pPr>
              <a:defRPr/>
            </a:pPr>
            <a:r>
              <a:rPr lang="en-US">
                <a:ea typeface="+mn-lt"/>
                <a:cs typeface="+mn-lt"/>
              </a:rPr>
              <a:t>Failure </a:t>
            </a:r>
            <a:r>
              <a:rPr lang="en-US">
                <a:ea typeface="+mn-lt"/>
                <a:cs typeface="+mn-lt"/>
              </a:rPr>
              <a:t>Probability δ </a:t>
            </a:r>
            <a:endParaRPr lang="en-US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  <a:defRPr/>
            </a:pPr>
            <a:r>
              <a:rPr lang="en-US" sz="1400" i="1">
                <a:ea typeface="+mn-lt"/>
                <a:cs typeface="+mn-lt"/>
              </a:rPr>
              <a:t>Probability </a:t>
            </a:r>
            <a:r>
              <a:rPr lang="en-US" sz="1400" i="1">
                <a:ea typeface="+mn-lt"/>
                <a:cs typeface="+mn-lt"/>
              </a:rPr>
              <a:t>that the privacy guarantee is exceeded</a:t>
            </a:r>
            <a:endParaRPr/>
          </a:p>
          <a:p>
            <a:pPr marL="285750" indent="-285750">
              <a:buFont typeface="Arial"/>
              <a:buChar char="•"/>
              <a:defRPr/>
            </a:pPr>
            <a:r>
              <a:rPr lang="en-US" sz="1400" i="1">
                <a:ea typeface="Calibri"/>
                <a:cs typeface="Calibri"/>
              </a:rPr>
              <a:t>Should stay smaller than inverse input dimension |d|</a:t>
            </a:r>
            <a:r>
              <a:rPr lang="en-US" sz="1400" i="1" baseline="30000">
                <a:ea typeface="Calibri"/>
                <a:cs typeface="Calibri"/>
              </a:rPr>
              <a:t>-1</a:t>
            </a:r>
            <a:endParaRPr/>
          </a:p>
        </p:txBody>
      </p:sp>
      <p:cxnSp>
        <p:nvCxnSpPr>
          <p:cNvPr id="869362669" name="Straight Arrow Connector 317"/>
          <p:cNvCxnSpPr/>
          <p:nvPr/>
        </p:nvCxnSpPr>
        <p:spPr bwMode="auto">
          <a:xfrm flipH="1">
            <a:off x="4207341" y="1995269"/>
            <a:ext cx="632320" cy="20731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4061099" name="Straight Arrow Connector 318"/>
          <p:cNvCxnSpPr/>
          <p:nvPr/>
        </p:nvCxnSpPr>
        <p:spPr bwMode="auto">
          <a:xfrm flipH="1">
            <a:off x="4423620" y="3747782"/>
            <a:ext cx="412109" cy="3848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83288860" name="TextBox 319"/>
          <p:cNvSpPr txBox="1"/>
          <p:nvPr/>
        </p:nvSpPr>
        <p:spPr bwMode="auto">
          <a:xfrm>
            <a:off x="1090568" y="4844642"/>
            <a:ext cx="7775545" cy="2616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/>
            <a:spAutoFit/>
          </a:bodyPr>
          <a:lstStyle/>
          <a:p>
            <a:pPr>
              <a:defRPr/>
            </a:pPr>
            <a:r>
              <a:rPr lang="en-US" sz="1100" i="1">
                <a:solidFill>
                  <a:schemeClr val="bg2"/>
                </a:solidFill>
                <a:ea typeface="+mn-lt"/>
                <a:cs typeface="+mn-lt"/>
              </a:rPr>
              <a:t>M. Abadi, A. Chu, I. Goodfellow, H. B. McMahan, I. Mironov, K. Talwar, and L. Zhang, “Deep learning with differential privacy,”</a:t>
            </a:r>
            <a:endParaRPr lang="en-US" sz="1100" i="1">
              <a:solidFill>
                <a:schemeClr val="bg2"/>
              </a:solidFill>
              <a:ea typeface="Calibri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95562940" name="Content Placeholder 6"/>
          <p:cNvPicPr>
            <a:picLocks noChangeAspect="1" noGrp="1"/>
          </p:cNvPicPr>
          <p:nvPr>
            <p:ph sz="quarter" idx="13"/>
          </p:nvPr>
        </p:nvPicPr>
        <p:blipFill rotWithShape="1">
          <a:blip r:embed="rId3"/>
          <a:stretch/>
        </p:blipFill>
        <p:spPr bwMode="auto">
          <a:xfrm>
            <a:off x="457200" y="1607916"/>
            <a:ext cx="8458200" cy="2727768"/>
          </a:xfrm>
          <a:prstGeom prst="rect">
            <a:avLst/>
          </a:prstGeom>
          <a:noFill/>
          <a:ln>
            <a:noFill/>
          </a:ln>
        </p:spPr>
      </p:pic>
      <p:sp>
        <p:nvSpPr>
          <p:cNvPr id="405732880" name="Slide Number Placeholder 1"/>
          <p:cNvSpPr>
            <a:spLocks noGrp="1"/>
          </p:cNvSpPr>
          <p:nvPr>
            <p:ph type="sldNum" sz="quarter" idx="12"/>
          </p:nvPr>
        </p:nvSpPr>
        <p:spPr bwMode="auto">
          <a:xfrm>
            <a:off x="457200" y="4975323"/>
            <a:ext cx="2133600" cy="162000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defRPr/>
            </a:pPr>
            <a:fld id="{C5EF2332-01BF-834F-8236-50238282D533}" type="slidenum">
              <a:rPr lang="en-US" sz="500"/>
              <a:t>15</a:t>
            </a:fld>
            <a:endParaRPr lang="en-US" sz="500"/>
          </a:p>
        </p:txBody>
      </p:sp>
      <p:sp>
        <p:nvSpPr>
          <p:cNvPr id="712358850" name="Title 2"/>
          <p:cNvSpPr>
            <a:spLocks noGrp="1"/>
          </p:cNvSpPr>
          <p:nvPr>
            <p:ph type="title"/>
          </p:nvPr>
        </p:nvSpPr>
        <p:spPr bwMode="auto">
          <a:xfrm>
            <a:off x="457200" y="87474"/>
            <a:ext cx="8458200" cy="769776"/>
          </a:xfrm>
        </p:spPr>
        <p:txBody>
          <a:bodyPr wrap="square" anchor="b">
            <a:normAutofit/>
          </a:bodyPr>
          <a:lstStyle/>
          <a:p>
            <a:pPr>
              <a:defRPr/>
            </a:pPr>
            <a:r>
              <a:rPr lang="en-US"/>
              <a:t>FLTrust</a:t>
            </a:r>
            <a:r>
              <a:rPr lang="en-US"/>
              <a:t> update mechanism</a:t>
            </a:r>
            <a:endParaRPr lang="en-US"/>
          </a:p>
        </p:txBody>
      </p:sp>
      <p:sp>
        <p:nvSpPr>
          <p:cNvPr id="2125931124" name="Content Placeholder 4"/>
          <p:cNvSpPr>
            <a:spLocks noGrp="1"/>
          </p:cNvSpPr>
          <p:nvPr>
            <p:ph sz="quarter" idx="14"/>
          </p:nvPr>
        </p:nvSpPr>
        <p:spPr bwMode="auto">
          <a:xfrm>
            <a:off x="2195736" y="564561"/>
            <a:ext cx="6714008" cy="283369"/>
          </a:xfrm>
        </p:spPr>
        <p:txBody>
          <a:bodyPr/>
          <a:lstStyle/>
          <a:p>
            <a:pPr>
              <a:defRPr/>
            </a:pP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_m0"/>
          <p:cNvSpPr txBox="1"/>
          <p:nvPr/>
        </p:nvSpPr>
        <p:spPr>
          <a:xfrm>
            <a:off x="457200" y="87474"/>
            <a:ext cx="8458200" cy="769776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800" b="0">
                <a:solidFill>
                  <a:srgbClr val="808080"/>
                </a:solidFill>
                <a:latin typeface="Calibri"/>
              </a:rPr>
              <a:t>FL-Trilemma: Project Timeline</a:t>
            </a:r>
          </a:p>
        </p:txBody>
      </p:sp>
      <p:cxnSp>
        <p:nvCxnSpPr>
          <p:cNvPr id="4" name="divider_m0"/>
          <p:cNvCxnSpPr/>
          <p:nvPr/>
        </p:nvCxnSpPr>
        <p:spPr>
          <a:xfrm>
            <a:off x="571500" y="952500"/>
            <a:ext cx="8001000" cy="0"/>
          </a:xfrm>
          <a:prstGeom prst="line">
            <a:avLst/>
          </a:prstGeom>
          <a:ln w="9525">
            <a:solidFill>
              <a:srgbClr val="B3B3B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content_pill_m0"/>
          <p:cNvSpPr/>
          <p:nvPr/>
        </p:nvSpPr>
        <p:spPr>
          <a:xfrm>
            <a:off x="762000" y="1095375"/>
            <a:ext cx="825000" cy="188082"/>
          </a:xfrm>
          <a:prstGeom prst="roundRect">
            <a:avLst>
              <a:gd name="adj" fmla="val 50000"/>
            </a:avLst>
          </a:prstGeom>
          <a:solidFill>
            <a:srgbClr val="C9E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 wrap="none"/>
          <a:lstStyle/>
          <a:p>
            <a:pPr algn="ctr"/>
            <a:r>
              <a:rPr sz="900" b="1">
                <a:solidFill>
                  <a:srgbClr val="325786"/>
                </a:solidFill>
                <a:latin typeface="Calibri"/>
              </a:rPr>
              <a:t>09.04.2026</a:t>
            </a:r>
          </a:p>
        </p:txBody>
      </p:sp>
      <p:sp>
        <p:nvSpPr>
          <p:cNvPr id="6" name="content_headline_m0"/>
          <p:cNvSpPr txBox="1"/>
          <p:nvPr/>
        </p:nvSpPr>
        <p:spPr>
          <a:xfrm>
            <a:off x="762000" y="1369126"/>
            <a:ext cx="5762625" cy="2393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1F2023"/>
                </a:solidFill>
                <a:latin typeface="Calibri"/>
              </a:rPr>
              <a:t>Project Kick-off</a:t>
            </a:r>
          </a:p>
        </p:txBody>
      </p:sp>
      <p:sp>
        <p:nvSpPr>
          <p:cNvPr id="7" name="content_bullets_m0"/>
          <p:cNvSpPr txBox="1"/>
          <p:nvPr/>
        </p:nvSpPr>
        <p:spPr>
          <a:xfrm>
            <a:off x="762000" y="1646504"/>
            <a:ext cx="5762625" cy="18808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050" b="1">
                <a:solidFill>
                  <a:srgbClr val="C1212A"/>
                </a:solidFill>
                <a:latin typeface="Calibri"/>
              </a:rPr>
              <a:t>-  </a:t>
            </a:r>
            <a:r>
              <a:rPr sz="1050">
                <a:solidFill>
                  <a:srgbClr val="325786"/>
                </a:solidFill>
                <a:latin typeface="Calibri"/>
              </a:rPr>
              <a:t>Master Project Seminar Data Protection and Data Security begins</a:t>
            </a:r>
          </a:p>
        </p:txBody>
      </p:sp>
      <p:sp>
        <p:nvSpPr>
          <p:cNvPr id="8" name="!!tl_track"/>
          <p:cNvSpPr/>
          <p:nvPr/>
        </p:nvSpPr>
        <p:spPr>
          <a:xfrm>
            <a:off x="952500" y="2847919"/>
            <a:ext cx="7239000" cy="18976"/>
          </a:xfrm>
          <a:prstGeom prst="roundRect">
            <a:avLst>
              <a:gd name="adj" fmla="val 50000"/>
            </a:avLst>
          </a:prstGeom>
          <a:solidFill>
            <a:srgbClr val="E2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!!tl_fill"/>
          <p:cNvSpPr/>
          <p:nvPr/>
        </p:nvSpPr>
        <p:spPr>
          <a:xfrm>
            <a:off x="952500" y="2847919"/>
            <a:ext cx="0" cy="18976"/>
          </a:xfrm>
          <a:prstGeom prst="roundRect">
            <a:avLst>
              <a:gd name="adj" fmla="val 50000"/>
            </a:avLst>
          </a:prstGeom>
          <a:solidFill>
            <a:srgbClr val="3257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!!tl_dot_1"/>
          <p:cNvSpPr/>
          <p:nvPr/>
        </p:nvSpPr>
        <p:spPr>
          <a:xfrm>
            <a:off x="885825" y="2790825"/>
            <a:ext cx="133350" cy="133350"/>
          </a:xfrm>
          <a:prstGeom prst="ellipse">
            <a:avLst/>
          </a:prstGeom>
          <a:solidFill>
            <a:srgbClr val="3257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lbl_1_s0"/>
          <p:cNvSpPr txBox="1"/>
          <p:nvPr/>
        </p:nvSpPr>
        <p:spPr>
          <a:xfrm>
            <a:off x="666750" y="3009863"/>
            <a:ext cx="571500" cy="1500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F2023"/>
                </a:solidFill>
                <a:latin typeface="Calibri"/>
              </a:rPr>
              <a:t>09.04.2026</a:t>
            </a:r>
          </a:p>
        </p:txBody>
      </p:sp>
      <p:sp>
        <p:nvSpPr>
          <p:cNvPr id="12" name="!!tl_dot_2"/>
          <p:cNvSpPr/>
          <p:nvPr/>
        </p:nvSpPr>
        <p:spPr>
          <a:xfrm>
            <a:off x="1819275" y="2819400"/>
            <a:ext cx="76200" cy="762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lbl_2_s0"/>
          <p:cNvSpPr txBox="1"/>
          <p:nvPr/>
        </p:nvSpPr>
        <p:spPr>
          <a:xfrm>
            <a:off x="1571625" y="3009863"/>
            <a:ext cx="571500" cy="1500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9CA3AF"/>
                </a:solidFill>
                <a:latin typeface="Calibri"/>
              </a:rPr>
              <a:t>16.04.2026</a:t>
            </a:r>
          </a:p>
        </p:txBody>
      </p:sp>
      <p:sp>
        <p:nvSpPr>
          <p:cNvPr id="14" name="!!tl_dot_3"/>
          <p:cNvSpPr/>
          <p:nvPr/>
        </p:nvSpPr>
        <p:spPr>
          <a:xfrm>
            <a:off x="2724150" y="2819400"/>
            <a:ext cx="76200" cy="762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lbl_3_s0"/>
          <p:cNvSpPr txBox="1"/>
          <p:nvPr/>
        </p:nvSpPr>
        <p:spPr>
          <a:xfrm>
            <a:off x="2476500" y="3009863"/>
            <a:ext cx="571500" cy="1500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9CA3AF"/>
                </a:solidFill>
                <a:latin typeface="Calibri"/>
              </a:rPr>
              <a:t>30.04.2026</a:t>
            </a:r>
          </a:p>
        </p:txBody>
      </p:sp>
      <p:sp>
        <p:nvSpPr>
          <p:cNvPr id="16" name="!!tl_dot_4"/>
          <p:cNvSpPr/>
          <p:nvPr/>
        </p:nvSpPr>
        <p:spPr>
          <a:xfrm>
            <a:off x="3629025" y="2819400"/>
            <a:ext cx="76200" cy="762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lbl_4_s0"/>
          <p:cNvSpPr txBox="1"/>
          <p:nvPr/>
        </p:nvSpPr>
        <p:spPr>
          <a:xfrm>
            <a:off x="3381375" y="3009863"/>
            <a:ext cx="571500" cy="1500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9CA3AF"/>
                </a:solidFill>
                <a:latin typeface="Calibri"/>
              </a:rPr>
              <a:t>~21.05.2026</a:t>
            </a:r>
          </a:p>
        </p:txBody>
      </p:sp>
      <p:sp>
        <p:nvSpPr>
          <p:cNvPr id="18" name="!!tl_dot_5"/>
          <p:cNvSpPr/>
          <p:nvPr/>
        </p:nvSpPr>
        <p:spPr>
          <a:xfrm>
            <a:off x="4533900" y="2819400"/>
            <a:ext cx="76200" cy="762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lbl_5_s0"/>
          <p:cNvSpPr txBox="1"/>
          <p:nvPr/>
        </p:nvSpPr>
        <p:spPr>
          <a:xfrm>
            <a:off x="4286250" y="3009863"/>
            <a:ext cx="571500" cy="1500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9CA3AF"/>
                </a:solidFill>
                <a:latin typeface="Calibri"/>
              </a:rPr>
              <a:t>18.06.2026</a:t>
            </a:r>
          </a:p>
        </p:txBody>
      </p:sp>
      <p:sp>
        <p:nvSpPr>
          <p:cNvPr id="20" name="!!tl_dot_6"/>
          <p:cNvSpPr/>
          <p:nvPr/>
        </p:nvSpPr>
        <p:spPr>
          <a:xfrm>
            <a:off x="5438775" y="2819400"/>
            <a:ext cx="76200" cy="762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lbl_6_s0"/>
          <p:cNvSpPr txBox="1"/>
          <p:nvPr/>
        </p:nvSpPr>
        <p:spPr>
          <a:xfrm>
            <a:off x="5191125" y="3009863"/>
            <a:ext cx="571500" cy="1500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9CA3AF"/>
                </a:solidFill>
                <a:latin typeface="Calibri"/>
              </a:rPr>
              <a:t>25.06.2026</a:t>
            </a:r>
          </a:p>
        </p:txBody>
      </p:sp>
      <p:sp>
        <p:nvSpPr>
          <p:cNvPr id="22" name="!!tl_dot_7"/>
          <p:cNvSpPr/>
          <p:nvPr/>
        </p:nvSpPr>
        <p:spPr>
          <a:xfrm>
            <a:off x="6343650" y="2819400"/>
            <a:ext cx="76200" cy="762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lbl_7_s0"/>
          <p:cNvSpPr txBox="1"/>
          <p:nvPr/>
        </p:nvSpPr>
        <p:spPr>
          <a:xfrm>
            <a:off x="6096000" y="3009863"/>
            <a:ext cx="571500" cy="1500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9CA3AF"/>
                </a:solidFill>
                <a:latin typeface="Calibri"/>
              </a:rPr>
              <a:t>09.07.2026</a:t>
            </a:r>
          </a:p>
        </p:txBody>
      </p:sp>
      <p:sp>
        <p:nvSpPr>
          <p:cNvPr id="24" name="!!tl_dot_8"/>
          <p:cNvSpPr/>
          <p:nvPr/>
        </p:nvSpPr>
        <p:spPr>
          <a:xfrm>
            <a:off x="7248525" y="2819400"/>
            <a:ext cx="76200" cy="762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lbl_8_s0"/>
          <p:cNvSpPr txBox="1"/>
          <p:nvPr/>
        </p:nvSpPr>
        <p:spPr>
          <a:xfrm>
            <a:off x="7000875" y="3009863"/>
            <a:ext cx="571500" cy="1500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9CA3AF"/>
                </a:solidFill>
                <a:latin typeface="Calibri"/>
              </a:rPr>
              <a:t>16.07.2026</a:t>
            </a:r>
          </a:p>
        </p:txBody>
      </p:sp>
      <p:sp>
        <p:nvSpPr>
          <p:cNvPr id="26" name="!!tl_dot_9"/>
          <p:cNvSpPr/>
          <p:nvPr/>
        </p:nvSpPr>
        <p:spPr>
          <a:xfrm>
            <a:off x="8153400" y="2819400"/>
            <a:ext cx="76200" cy="762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lbl_9_s0"/>
          <p:cNvSpPr txBox="1"/>
          <p:nvPr/>
        </p:nvSpPr>
        <p:spPr>
          <a:xfrm>
            <a:off x="7905750" y="3009863"/>
            <a:ext cx="571500" cy="1500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9CA3AF"/>
                </a:solidFill>
                <a:latin typeface="Calibri"/>
              </a:rPr>
              <a:t>20.07.2026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_m1"/>
          <p:cNvSpPr txBox="1"/>
          <p:nvPr/>
        </p:nvSpPr>
        <p:spPr>
          <a:xfrm>
            <a:off x="457200" y="87474"/>
            <a:ext cx="8458200" cy="769776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800" b="0">
                <a:solidFill>
                  <a:srgbClr val="808080"/>
                </a:solidFill>
                <a:latin typeface="Calibri"/>
              </a:rPr>
              <a:t>FL-Trilemma: Project Timeline</a:t>
            </a:r>
          </a:p>
        </p:txBody>
      </p:sp>
      <p:cxnSp>
        <p:nvCxnSpPr>
          <p:cNvPr id="4" name="divider_m1"/>
          <p:cNvCxnSpPr/>
          <p:nvPr/>
        </p:nvCxnSpPr>
        <p:spPr>
          <a:xfrm>
            <a:off x="571500" y="952500"/>
            <a:ext cx="8001000" cy="0"/>
          </a:xfrm>
          <a:prstGeom prst="line">
            <a:avLst/>
          </a:prstGeom>
          <a:ln w="9525">
            <a:solidFill>
              <a:srgbClr val="B3B3B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content_pill_m1"/>
          <p:cNvSpPr/>
          <p:nvPr/>
        </p:nvSpPr>
        <p:spPr>
          <a:xfrm>
            <a:off x="762000" y="3333750"/>
            <a:ext cx="825000" cy="188082"/>
          </a:xfrm>
          <a:prstGeom prst="roundRect">
            <a:avLst>
              <a:gd name="adj" fmla="val 50000"/>
            </a:avLst>
          </a:prstGeom>
          <a:solidFill>
            <a:srgbClr val="C9E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 wrap="none"/>
          <a:lstStyle/>
          <a:p>
            <a:pPr algn="ctr"/>
            <a:r>
              <a:rPr sz="900" b="1">
                <a:solidFill>
                  <a:srgbClr val="325786"/>
                </a:solidFill>
                <a:latin typeface="Calibri"/>
              </a:rPr>
              <a:t>16.04.2026</a:t>
            </a:r>
          </a:p>
        </p:txBody>
      </p:sp>
      <p:sp>
        <p:nvSpPr>
          <p:cNvPr id="6" name="content_headline_m1"/>
          <p:cNvSpPr txBox="1"/>
          <p:nvPr/>
        </p:nvSpPr>
        <p:spPr>
          <a:xfrm>
            <a:off x="762000" y="3607501"/>
            <a:ext cx="5762625" cy="2393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1F2023"/>
                </a:solidFill>
                <a:latin typeface="Calibri"/>
              </a:rPr>
              <a:t>Schedule &amp; Topic Distribution</a:t>
            </a:r>
          </a:p>
        </p:txBody>
      </p:sp>
      <p:sp>
        <p:nvSpPr>
          <p:cNvPr id="7" name="content_bullets_m1"/>
          <p:cNvSpPr txBox="1"/>
          <p:nvPr/>
        </p:nvSpPr>
        <p:spPr>
          <a:xfrm>
            <a:off x="762000" y="3884880"/>
            <a:ext cx="5762625" cy="18808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050" b="1">
                <a:solidFill>
                  <a:srgbClr val="C1212A"/>
                </a:solidFill>
                <a:latin typeface="Calibri"/>
              </a:rPr>
              <a:t>-  </a:t>
            </a:r>
            <a:r>
              <a:rPr sz="1050">
                <a:solidFill>
                  <a:srgbClr val="325786"/>
                </a:solidFill>
                <a:latin typeface="Calibri"/>
              </a:rPr>
              <a:t>Presentation of project schedule and topic distribution</a:t>
            </a:r>
          </a:p>
        </p:txBody>
      </p:sp>
      <p:sp>
        <p:nvSpPr>
          <p:cNvPr id="8" name="!!tl_track"/>
          <p:cNvSpPr/>
          <p:nvPr/>
        </p:nvSpPr>
        <p:spPr>
          <a:xfrm>
            <a:off x="952500" y="2847919"/>
            <a:ext cx="7239000" cy="18976"/>
          </a:xfrm>
          <a:prstGeom prst="roundRect">
            <a:avLst>
              <a:gd name="adj" fmla="val 50000"/>
            </a:avLst>
          </a:prstGeom>
          <a:solidFill>
            <a:srgbClr val="E2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!!tl_fill"/>
          <p:cNvSpPr/>
          <p:nvPr/>
        </p:nvSpPr>
        <p:spPr>
          <a:xfrm>
            <a:off x="952500" y="2847919"/>
            <a:ext cx="904875" cy="18976"/>
          </a:xfrm>
          <a:prstGeom prst="roundRect">
            <a:avLst>
              <a:gd name="adj" fmla="val 50000"/>
            </a:avLst>
          </a:prstGeom>
          <a:solidFill>
            <a:srgbClr val="3257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!!tl_dot_1"/>
          <p:cNvSpPr/>
          <p:nvPr/>
        </p:nvSpPr>
        <p:spPr>
          <a:xfrm>
            <a:off x="914400" y="2819400"/>
            <a:ext cx="76200" cy="762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lbl_1_s1"/>
          <p:cNvSpPr txBox="1"/>
          <p:nvPr/>
        </p:nvSpPr>
        <p:spPr>
          <a:xfrm>
            <a:off x="666750" y="3009863"/>
            <a:ext cx="571500" cy="1500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9CA3AF"/>
                </a:solidFill>
                <a:latin typeface="Calibri"/>
              </a:rPr>
              <a:t>09.04.2026</a:t>
            </a:r>
          </a:p>
        </p:txBody>
      </p:sp>
      <p:sp>
        <p:nvSpPr>
          <p:cNvPr id="12" name="!!tl_dot_2"/>
          <p:cNvSpPr/>
          <p:nvPr/>
        </p:nvSpPr>
        <p:spPr>
          <a:xfrm>
            <a:off x="1790700" y="2790825"/>
            <a:ext cx="133350" cy="133350"/>
          </a:xfrm>
          <a:prstGeom prst="ellipse">
            <a:avLst/>
          </a:prstGeom>
          <a:solidFill>
            <a:srgbClr val="3257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lbl_2_s1"/>
          <p:cNvSpPr txBox="1"/>
          <p:nvPr/>
        </p:nvSpPr>
        <p:spPr>
          <a:xfrm>
            <a:off x="1571625" y="3009863"/>
            <a:ext cx="571500" cy="1500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F2023"/>
                </a:solidFill>
                <a:latin typeface="Calibri"/>
              </a:rPr>
              <a:t>16.04.2026</a:t>
            </a:r>
          </a:p>
        </p:txBody>
      </p:sp>
      <p:sp>
        <p:nvSpPr>
          <p:cNvPr id="14" name="!!tl_dot_3"/>
          <p:cNvSpPr/>
          <p:nvPr/>
        </p:nvSpPr>
        <p:spPr>
          <a:xfrm>
            <a:off x="2724150" y="2819400"/>
            <a:ext cx="76200" cy="762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lbl_3_s1"/>
          <p:cNvSpPr txBox="1"/>
          <p:nvPr/>
        </p:nvSpPr>
        <p:spPr>
          <a:xfrm>
            <a:off x="2476500" y="3009863"/>
            <a:ext cx="571500" cy="1500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9CA3AF"/>
                </a:solidFill>
                <a:latin typeface="Calibri"/>
              </a:rPr>
              <a:t>30.04.2026</a:t>
            </a:r>
          </a:p>
        </p:txBody>
      </p:sp>
      <p:sp>
        <p:nvSpPr>
          <p:cNvPr id="16" name="!!tl_dot_4"/>
          <p:cNvSpPr/>
          <p:nvPr/>
        </p:nvSpPr>
        <p:spPr>
          <a:xfrm>
            <a:off x="3629025" y="2819400"/>
            <a:ext cx="76200" cy="762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lbl_4_s1"/>
          <p:cNvSpPr txBox="1"/>
          <p:nvPr/>
        </p:nvSpPr>
        <p:spPr>
          <a:xfrm>
            <a:off x="3381375" y="3009863"/>
            <a:ext cx="571500" cy="1500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9CA3AF"/>
                </a:solidFill>
                <a:latin typeface="Calibri"/>
              </a:rPr>
              <a:t>~21.05.2026</a:t>
            </a:r>
          </a:p>
        </p:txBody>
      </p:sp>
      <p:sp>
        <p:nvSpPr>
          <p:cNvPr id="18" name="!!tl_dot_5"/>
          <p:cNvSpPr/>
          <p:nvPr/>
        </p:nvSpPr>
        <p:spPr>
          <a:xfrm>
            <a:off x="4533900" y="2819400"/>
            <a:ext cx="76200" cy="762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lbl_5_s1"/>
          <p:cNvSpPr txBox="1"/>
          <p:nvPr/>
        </p:nvSpPr>
        <p:spPr>
          <a:xfrm>
            <a:off x="4286250" y="3009863"/>
            <a:ext cx="571500" cy="1500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9CA3AF"/>
                </a:solidFill>
                <a:latin typeface="Calibri"/>
              </a:rPr>
              <a:t>18.06.2026</a:t>
            </a:r>
          </a:p>
        </p:txBody>
      </p:sp>
      <p:sp>
        <p:nvSpPr>
          <p:cNvPr id="20" name="!!tl_dot_6"/>
          <p:cNvSpPr/>
          <p:nvPr/>
        </p:nvSpPr>
        <p:spPr>
          <a:xfrm>
            <a:off x="5438775" y="2819400"/>
            <a:ext cx="76200" cy="762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lbl_6_s1"/>
          <p:cNvSpPr txBox="1"/>
          <p:nvPr/>
        </p:nvSpPr>
        <p:spPr>
          <a:xfrm>
            <a:off x="5191125" y="3009863"/>
            <a:ext cx="571500" cy="1500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9CA3AF"/>
                </a:solidFill>
                <a:latin typeface="Calibri"/>
              </a:rPr>
              <a:t>25.06.2026</a:t>
            </a:r>
          </a:p>
        </p:txBody>
      </p:sp>
      <p:sp>
        <p:nvSpPr>
          <p:cNvPr id="22" name="!!tl_dot_7"/>
          <p:cNvSpPr/>
          <p:nvPr/>
        </p:nvSpPr>
        <p:spPr>
          <a:xfrm>
            <a:off x="6343650" y="2819400"/>
            <a:ext cx="76200" cy="762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lbl_7_s1"/>
          <p:cNvSpPr txBox="1"/>
          <p:nvPr/>
        </p:nvSpPr>
        <p:spPr>
          <a:xfrm>
            <a:off x="6096000" y="3009863"/>
            <a:ext cx="571500" cy="1500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9CA3AF"/>
                </a:solidFill>
                <a:latin typeface="Calibri"/>
              </a:rPr>
              <a:t>09.07.2026</a:t>
            </a:r>
          </a:p>
        </p:txBody>
      </p:sp>
      <p:sp>
        <p:nvSpPr>
          <p:cNvPr id="24" name="!!tl_dot_8"/>
          <p:cNvSpPr/>
          <p:nvPr/>
        </p:nvSpPr>
        <p:spPr>
          <a:xfrm>
            <a:off x="7248525" y="2819400"/>
            <a:ext cx="76200" cy="762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lbl_8_s1"/>
          <p:cNvSpPr txBox="1"/>
          <p:nvPr/>
        </p:nvSpPr>
        <p:spPr>
          <a:xfrm>
            <a:off x="7000875" y="3009863"/>
            <a:ext cx="571500" cy="1500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9CA3AF"/>
                </a:solidFill>
                <a:latin typeface="Calibri"/>
              </a:rPr>
              <a:t>16.07.2026</a:t>
            </a:r>
          </a:p>
        </p:txBody>
      </p:sp>
      <p:sp>
        <p:nvSpPr>
          <p:cNvPr id="26" name="!!tl_dot_9"/>
          <p:cNvSpPr/>
          <p:nvPr/>
        </p:nvSpPr>
        <p:spPr>
          <a:xfrm>
            <a:off x="8153400" y="2819400"/>
            <a:ext cx="76200" cy="762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lbl_9_s1"/>
          <p:cNvSpPr txBox="1"/>
          <p:nvPr/>
        </p:nvSpPr>
        <p:spPr>
          <a:xfrm>
            <a:off x="7905750" y="3009863"/>
            <a:ext cx="571500" cy="1500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9CA3AF"/>
                </a:solidFill>
                <a:latin typeface="Calibri"/>
              </a:rPr>
              <a:t>20.07.2026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_m2"/>
          <p:cNvSpPr txBox="1"/>
          <p:nvPr/>
        </p:nvSpPr>
        <p:spPr>
          <a:xfrm>
            <a:off x="457200" y="87474"/>
            <a:ext cx="8458200" cy="769776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800" b="0">
                <a:solidFill>
                  <a:srgbClr val="808080"/>
                </a:solidFill>
                <a:latin typeface="Calibri"/>
              </a:rPr>
              <a:t>FL-Trilemma: Project Timeline</a:t>
            </a:r>
          </a:p>
        </p:txBody>
      </p:sp>
      <p:cxnSp>
        <p:nvCxnSpPr>
          <p:cNvPr id="4" name="divider_m2"/>
          <p:cNvCxnSpPr/>
          <p:nvPr/>
        </p:nvCxnSpPr>
        <p:spPr>
          <a:xfrm>
            <a:off x="571500" y="952500"/>
            <a:ext cx="8001000" cy="0"/>
          </a:xfrm>
          <a:prstGeom prst="line">
            <a:avLst/>
          </a:prstGeom>
          <a:ln w="9525">
            <a:solidFill>
              <a:srgbClr val="B3B3B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content_pill_m2"/>
          <p:cNvSpPr/>
          <p:nvPr/>
        </p:nvSpPr>
        <p:spPr>
          <a:xfrm>
            <a:off x="762000" y="1095375"/>
            <a:ext cx="825000" cy="188082"/>
          </a:xfrm>
          <a:prstGeom prst="roundRect">
            <a:avLst>
              <a:gd name="adj" fmla="val 50000"/>
            </a:avLst>
          </a:prstGeom>
          <a:solidFill>
            <a:srgbClr val="C9E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 wrap="none"/>
          <a:lstStyle/>
          <a:p>
            <a:pPr algn="ctr"/>
            <a:r>
              <a:rPr sz="900" b="1">
                <a:solidFill>
                  <a:srgbClr val="325786"/>
                </a:solidFill>
                <a:latin typeface="Calibri"/>
              </a:rPr>
              <a:t>30.04.2026</a:t>
            </a:r>
          </a:p>
        </p:txBody>
      </p:sp>
      <p:sp>
        <p:nvSpPr>
          <p:cNvPr id="6" name="content_headline_m2"/>
          <p:cNvSpPr txBox="1"/>
          <p:nvPr/>
        </p:nvSpPr>
        <p:spPr>
          <a:xfrm>
            <a:off x="762000" y="1369126"/>
            <a:ext cx="5762625" cy="2393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1F2023"/>
                </a:solidFill>
                <a:latin typeface="Calibri"/>
              </a:rPr>
              <a:t>Small Presentations on Potential Topics</a:t>
            </a:r>
          </a:p>
        </p:txBody>
      </p:sp>
      <p:sp>
        <p:nvSpPr>
          <p:cNvPr id="7" name="content_bullets_m2"/>
          <p:cNvSpPr txBox="1"/>
          <p:nvPr/>
        </p:nvSpPr>
        <p:spPr>
          <a:xfrm>
            <a:off x="762000" y="1646504"/>
            <a:ext cx="5762625" cy="37616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050" b="1">
                <a:solidFill>
                  <a:srgbClr val="C1212A"/>
                </a:solidFill>
                <a:latin typeface="Calibri"/>
              </a:rPr>
              <a:t>-  </a:t>
            </a:r>
            <a:r>
              <a:rPr sz="1050">
                <a:solidFill>
                  <a:srgbClr val="325786"/>
                </a:solidFill>
                <a:latin typeface="Calibri"/>
              </a:rPr>
              <a:t>DFL.tex - Security and Privacy Concerns in Federated Learning: An Introduction</a:t>
            </a:r>
          </a:p>
          <a:p>
            <a:pPr>
              <a:spcAft>
                <a:spcPts val="600"/>
              </a:spcAft>
            </a:pPr>
            <a:r>
              <a:rPr sz="1050" b="1">
                <a:solidFill>
                  <a:srgbClr val="C1212A"/>
                </a:solidFill>
                <a:latin typeface="Calibri"/>
              </a:rPr>
              <a:t>-  </a:t>
            </a:r>
            <a:r>
              <a:rPr sz="1050">
                <a:solidFill>
                  <a:srgbClr val="325786"/>
                </a:solidFill>
                <a:latin typeface="Calibri"/>
              </a:rPr>
              <a:t>SMPC.tex - Introduction to Secure Multi-Party Computation</a:t>
            </a:r>
          </a:p>
        </p:txBody>
      </p:sp>
      <p:sp>
        <p:nvSpPr>
          <p:cNvPr id="8" name="!!tl_track"/>
          <p:cNvSpPr/>
          <p:nvPr/>
        </p:nvSpPr>
        <p:spPr>
          <a:xfrm>
            <a:off x="952500" y="2847919"/>
            <a:ext cx="7239000" cy="18976"/>
          </a:xfrm>
          <a:prstGeom prst="roundRect">
            <a:avLst>
              <a:gd name="adj" fmla="val 50000"/>
            </a:avLst>
          </a:prstGeom>
          <a:solidFill>
            <a:srgbClr val="E2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!!tl_fill"/>
          <p:cNvSpPr/>
          <p:nvPr/>
        </p:nvSpPr>
        <p:spPr>
          <a:xfrm>
            <a:off x="952500" y="2847919"/>
            <a:ext cx="1809750" cy="18976"/>
          </a:xfrm>
          <a:prstGeom prst="roundRect">
            <a:avLst>
              <a:gd name="adj" fmla="val 50000"/>
            </a:avLst>
          </a:prstGeom>
          <a:solidFill>
            <a:srgbClr val="3257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!!tl_dot_1"/>
          <p:cNvSpPr/>
          <p:nvPr/>
        </p:nvSpPr>
        <p:spPr>
          <a:xfrm>
            <a:off x="914400" y="2819400"/>
            <a:ext cx="76200" cy="762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lbl_1_s2"/>
          <p:cNvSpPr txBox="1"/>
          <p:nvPr/>
        </p:nvSpPr>
        <p:spPr>
          <a:xfrm>
            <a:off x="666750" y="3009863"/>
            <a:ext cx="571500" cy="1500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9CA3AF"/>
                </a:solidFill>
                <a:latin typeface="Calibri"/>
              </a:rPr>
              <a:t>09.04.2026</a:t>
            </a:r>
          </a:p>
        </p:txBody>
      </p:sp>
      <p:sp>
        <p:nvSpPr>
          <p:cNvPr id="12" name="!!tl_dot_2"/>
          <p:cNvSpPr/>
          <p:nvPr/>
        </p:nvSpPr>
        <p:spPr>
          <a:xfrm>
            <a:off x="1819275" y="2819400"/>
            <a:ext cx="76200" cy="762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lbl_2_s2"/>
          <p:cNvSpPr txBox="1"/>
          <p:nvPr/>
        </p:nvSpPr>
        <p:spPr>
          <a:xfrm>
            <a:off x="1571625" y="3009863"/>
            <a:ext cx="571500" cy="1500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9CA3AF"/>
                </a:solidFill>
                <a:latin typeface="Calibri"/>
              </a:rPr>
              <a:t>16.04.2026</a:t>
            </a:r>
          </a:p>
        </p:txBody>
      </p:sp>
      <p:sp>
        <p:nvSpPr>
          <p:cNvPr id="14" name="!!tl_dot_3"/>
          <p:cNvSpPr/>
          <p:nvPr/>
        </p:nvSpPr>
        <p:spPr>
          <a:xfrm>
            <a:off x="2695575" y="2790825"/>
            <a:ext cx="133350" cy="133350"/>
          </a:xfrm>
          <a:prstGeom prst="ellipse">
            <a:avLst/>
          </a:prstGeom>
          <a:solidFill>
            <a:srgbClr val="3257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lbl_3_s2"/>
          <p:cNvSpPr txBox="1"/>
          <p:nvPr/>
        </p:nvSpPr>
        <p:spPr>
          <a:xfrm>
            <a:off x="2476500" y="3009863"/>
            <a:ext cx="571500" cy="1500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F2023"/>
                </a:solidFill>
                <a:latin typeface="Calibri"/>
              </a:rPr>
              <a:t>30.04.2026</a:t>
            </a:r>
          </a:p>
        </p:txBody>
      </p:sp>
      <p:sp>
        <p:nvSpPr>
          <p:cNvPr id="16" name="!!tl_dot_4"/>
          <p:cNvSpPr/>
          <p:nvPr/>
        </p:nvSpPr>
        <p:spPr>
          <a:xfrm>
            <a:off x="3629025" y="2819400"/>
            <a:ext cx="76200" cy="762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lbl_4_s2"/>
          <p:cNvSpPr txBox="1"/>
          <p:nvPr/>
        </p:nvSpPr>
        <p:spPr>
          <a:xfrm>
            <a:off x="3381375" y="3009863"/>
            <a:ext cx="571500" cy="1500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9CA3AF"/>
                </a:solidFill>
                <a:latin typeface="Calibri"/>
              </a:rPr>
              <a:t>~21.05.2026</a:t>
            </a:r>
          </a:p>
        </p:txBody>
      </p:sp>
      <p:sp>
        <p:nvSpPr>
          <p:cNvPr id="18" name="!!tl_dot_5"/>
          <p:cNvSpPr/>
          <p:nvPr/>
        </p:nvSpPr>
        <p:spPr>
          <a:xfrm>
            <a:off x="4533900" y="2819400"/>
            <a:ext cx="76200" cy="762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lbl_5_s2"/>
          <p:cNvSpPr txBox="1"/>
          <p:nvPr/>
        </p:nvSpPr>
        <p:spPr>
          <a:xfrm>
            <a:off x="4286250" y="3009863"/>
            <a:ext cx="571500" cy="1500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9CA3AF"/>
                </a:solidFill>
                <a:latin typeface="Calibri"/>
              </a:rPr>
              <a:t>18.06.2026</a:t>
            </a:r>
          </a:p>
        </p:txBody>
      </p:sp>
      <p:sp>
        <p:nvSpPr>
          <p:cNvPr id="20" name="!!tl_dot_6"/>
          <p:cNvSpPr/>
          <p:nvPr/>
        </p:nvSpPr>
        <p:spPr>
          <a:xfrm>
            <a:off x="5438775" y="2819400"/>
            <a:ext cx="76200" cy="762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lbl_6_s2"/>
          <p:cNvSpPr txBox="1"/>
          <p:nvPr/>
        </p:nvSpPr>
        <p:spPr>
          <a:xfrm>
            <a:off x="5191125" y="3009863"/>
            <a:ext cx="571500" cy="1500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9CA3AF"/>
                </a:solidFill>
                <a:latin typeface="Calibri"/>
              </a:rPr>
              <a:t>25.06.2026</a:t>
            </a:r>
          </a:p>
        </p:txBody>
      </p:sp>
      <p:sp>
        <p:nvSpPr>
          <p:cNvPr id="22" name="!!tl_dot_7"/>
          <p:cNvSpPr/>
          <p:nvPr/>
        </p:nvSpPr>
        <p:spPr>
          <a:xfrm>
            <a:off x="6343650" y="2819400"/>
            <a:ext cx="76200" cy="762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lbl_7_s2"/>
          <p:cNvSpPr txBox="1"/>
          <p:nvPr/>
        </p:nvSpPr>
        <p:spPr>
          <a:xfrm>
            <a:off x="6096000" y="3009863"/>
            <a:ext cx="571500" cy="1500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9CA3AF"/>
                </a:solidFill>
                <a:latin typeface="Calibri"/>
              </a:rPr>
              <a:t>09.07.2026</a:t>
            </a:r>
          </a:p>
        </p:txBody>
      </p:sp>
      <p:sp>
        <p:nvSpPr>
          <p:cNvPr id="24" name="!!tl_dot_8"/>
          <p:cNvSpPr/>
          <p:nvPr/>
        </p:nvSpPr>
        <p:spPr>
          <a:xfrm>
            <a:off x="7248525" y="2819400"/>
            <a:ext cx="76200" cy="762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lbl_8_s2"/>
          <p:cNvSpPr txBox="1"/>
          <p:nvPr/>
        </p:nvSpPr>
        <p:spPr>
          <a:xfrm>
            <a:off x="7000875" y="3009863"/>
            <a:ext cx="571500" cy="1500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9CA3AF"/>
                </a:solidFill>
                <a:latin typeface="Calibri"/>
              </a:rPr>
              <a:t>16.07.2026</a:t>
            </a:r>
          </a:p>
        </p:txBody>
      </p:sp>
      <p:sp>
        <p:nvSpPr>
          <p:cNvPr id="26" name="!!tl_dot_9"/>
          <p:cNvSpPr/>
          <p:nvPr/>
        </p:nvSpPr>
        <p:spPr>
          <a:xfrm>
            <a:off x="8153400" y="2819400"/>
            <a:ext cx="76200" cy="762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lbl_9_s2"/>
          <p:cNvSpPr txBox="1"/>
          <p:nvPr/>
        </p:nvSpPr>
        <p:spPr>
          <a:xfrm>
            <a:off x="7905750" y="3009863"/>
            <a:ext cx="571500" cy="1500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9CA3AF"/>
                </a:solidFill>
                <a:latin typeface="Calibri"/>
              </a:rPr>
              <a:t>20.07.2026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_m3"/>
          <p:cNvSpPr txBox="1"/>
          <p:nvPr/>
        </p:nvSpPr>
        <p:spPr>
          <a:xfrm>
            <a:off x="457200" y="87474"/>
            <a:ext cx="8458200" cy="769776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800" b="0">
                <a:solidFill>
                  <a:srgbClr val="808080"/>
                </a:solidFill>
                <a:latin typeface="Calibri"/>
              </a:rPr>
              <a:t>FL-Trilemma: Project Timeline</a:t>
            </a:r>
          </a:p>
        </p:txBody>
      </p:sp>
      <p:cxnSp>
        <p:nvCxnSpPr>
          <p:cNvPr id="4" name="divider_m3"/>
          <p:cNvCxnSpPr/>
          <p:nvPr/>
        </p:nvCxnSpPr>
        <p:spPr>
          <a:xfrm>
            <a:off x="571500" y="952500"/>
            <a:ext cx="8001000" cy="0"/>
          </a:xfrm>
          <a:prstGeom prst="line">
            <a:avLst/>
          </a:prstGeom>
          <a:ln w="9525">
            <a:solidFill>
              <a:srgbClr val="B3B3B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content_pill_m3"/>
          <p:cNvSpPr/>
          <p:nvPr/>
        </p:nvSpPr>
        <p:spPr>
          <a:xfrm>
            <a:off x="762000" y="3333750"/>
            <a:ext cx="825000" cy="188082"/>
          </a:xfrm>
          <a:prstGeom prst="roundRect">
            <a:avLst>
              <a:gd name="adj" fmla="val 50000"/>
            </a:avLst>
          </a:prstGeom>
          <a:solidFill>
            <a:srgbClr val="C9E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 wrap="none"/>
          <a:lstStyle/>
          <a:p>
            <a:pPr algn="ctr"/>
            <a:r>
              <a:rPr sz="900" b="1">
                <a:solidFill>
                  <a:srgbClr val="325786"/>
                </a:solidFill>
                <a:latin typeface="Calibri"/>
              </a:rPr>
              <a:t>~21.05.2026</a:t>
            </a:r>
          </a:p>
        </p:txBody>
      </p:sp>
      <p:sp>
        <p:nvSpPr>
          <p:cNvPr id="6" name="content_headline_m3"/>
          <p:cNvSpPr txBox="1"/>
          <p:nvPr/>
        </p:nvSpPr>
        <p:spPr>
          <a:xfrm>
            <a:off x="762000" y="3607501"/>
            <a:ext cx="5762625" cy="2393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1F2023"/>
                </a:solidFill>
                <a:latin typeface="Calibri"/>
              </a:rPr>
              <a:t>Lock-in: FL Trilemma</a:t>
            </a:r>
          </a:p>
        </p:txBody>
      </p:sp>
      <p:sp>
        <p:nvSpPr>
          <p:cNvPr id="7" name="content_bullets_m3"/>
          <p:cNvSpPr txBox="1"/>
          <p:nvPr/>
        </p:nvSpPr>
        <p:spPr>
          <a:xfrm>
            <a:off x="762000" y="3884880"/>
            <a:ext cx="5762625" cy="37616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050" b="1">
                <a:solidFill>
                  <a:srgbClr val="C1212A"/>
                </a:solidFill>
                <a:latin typeface="Calibri"/>
              </a:rPr>
              <a:t>-  </a:t>
            </a:r>
            <a:r>
              <a:rPr sz="1050">
                <a:solidFill>
                  <a:srgbClr val="325786"/>
                </a:solidFill>
                <a:latin typeface="Calibri"/>
              </a:rPr>
              <a:t>Theoretical understanding of the problem space</a:t>
            </a:r>
          </a:p>
          <a:p>
            <a:pPr>
              <a:spcAft>
                <a:spcPts val="600"/>
              </a:spcAft>
            </a:pPr>
            <a:r>
              <a:rPr sz="1050" b="1">
                <a:solidFill>
                  <a:srgbClr val="C1212A"/>
                </a:solidFill>
                <a:latin typeface="Calibri"/>
              </a:rPr>
              <a:t>-  </a:t>
            </a:r>
            <a:r>
              <a:rPr sz="1050">
                <a:solidFill>
                  <a:srgbClr val="325786"/>
                </a:solidFill>
                <a:latin typeface="Calibri"/>
              </a:rPr>
              <a:t>Robust aggregation landscape reviewed: FLTrust, Krum, Trimmed Mean</a:t>
            </a:r>
          </a:p>
        </p:txBody>
      </p:sp>
      <p:sp>
        <p:nvSpPr>
          <p:cNvPr id="8" name="!!tl_track"/>
          <p:cNvSpPr/>
          <p:nvPr/>
        </p:nvSpPr>
        <p:spPr>
          <a:xfrm>
            <a:off x="952500" y="2847919"/>
            <a:ext cx="7239000" cy="18976"/>
          </a:xfrm>
          <a:prstGeom prst="roundRect">
            <a:avLst>
              <a:gd name="adj" fmla="val 50000"/>
            </a:avLst>
          </a:prstGeom>
          <a:solidFill>
            <a:srgbClr val="E2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!!tl_fill"/>
          <p:cNvSpPr/>
          <p:nvPr/>
        </p:nvSpPr>
        <p:spPr>
          <a:xfrm>
            <a:off x="952500" y="2847919"/>
            <a:ext cx="2714625" cy="18976"/>
          </a:xfrm>
          <a:prstGeom prst="roundRect">
            <a:avLst>
              <a:gd name="adj" fmla="val 50000"/>
            </a:avLst>
          </a:prstGeom>
          <a:solidFill>
            <a:srgbClr val="3257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!!tl_dot_1"/>
          <p:cNvSpPr/>
          <p:nvPr/>
        </p:nvSpPr>
        <p:spPr>
          <a:xfrm>
            <a:off x="914400" y="2819400"/>
            <a:ext cx="76200" cy="762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lbl_1_s3"/>
          <p:cNvSpPr txBox="1"/>
          <p:nvPr/>
        </p:nvSpPr>
        <p:spPr>
          <a:xfrm>
            <a:off x="666750" y="3009863"/>
            <a:ext cx="571500" cy="1500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9CA3AF"/>
                </a:solidFill>
                <a:latin typeface="Calibri"/>
              </a:rPr>
              <a:t>09.04.2026</a:t>
            </a:r>
          </a:p>
        </p:txBody>
      </p:sp>
      <p:sp>
        <p:nvSpPr>
          <p:cNvPr id="12" name="!!tl_dot_2"/>
          <p:cNvSpPr/>
          <p:nvPr/>
        </p:nvSpPr>
        <p:spPr>
          <a:xfrm>
            <a:off x="1819275" y="2819400"/>
            <a:ext cx="76200" cy="762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lbl_2_s3"/>
          <p:cNvSpPr txBox="1"/>
          <p:nvPr/>
        </p:nvSpPr>
        <p:spPr>
          <a:xfrm>
            <a:off x="1571625" y="3009863"/>
            <a:ext cx="571500" cy="1500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9CA3AF"/>
                </a:solidFill>
                <a:latin typeface="Calibri"/>
              </a:rPr>
              <a:t>16.04.2026</a:t>
            </a:r>
          </a:p>
        </p:txBody>
      </p:sp>
      <p:sp>
        <p:nvSpPr>
          <p:cNvPr id="14" name="!!tl_dot_3"/>
          <p:cNvSpPr/>
          <p:nvPr/>
        </p:nvSpPr>
        <p:spPr>
          <a:xfrm>
            <a:off x="2724150" y="2819400"/>
            <a:ext cx="76200" cy="762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lbl_3_s3"/>
          <p:cNvSpPr txBox="1"/>
          <p:nvPr/>
        </p:nvSpPr>
        <p:spPr>
          <a:xfrm>
            <a:off x="2476500" y="3009863"/>
            <a:ext cx="571500" cy="1500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9CA3AF"/>
                </a:solidFill>
                <a:latin typeface="Calibri"/>
              </a:rPr>
              <a:t>30.04.2026</a:t>
            </a:r>
          </a:p>
        </p:txBody>
      </p:sp>
      <p:sp>
        <p:nvSpPr>
          <p:cNvPr id="16" name="!!tl_dot_4"/>
          <p:cNvSpPr/>
          <p:nvPr/>
        </p:nvSpPr>
        <p:spPr>
          <a:xfrm>
            <a:off x="3600450" y="2790825"/>
            <a:ext cx="133350" cy="133350"/>
          </a:xfrm>
          <a:prstGeom prst="ellipse">
            <a:avLst/>
          </a:prstGeom>
          <a:solidFill>
            <a:srgbClr val="3257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lbl_4_s3"/>
          <p:cNvSpPr txBox="1"/>
          <p:nvPr/>
        </p:nvSpPr>
        <p:spPr>
          <a:xfrm>
            <a:off x="3381375" y="3009863"/>
            <a:ext cx="571500" cy="1500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F2023"/>
                </a:solidFill>
                <a:latin typeface="Calibri"/>
              </a:rPr>
              <a:t>~21.05.2026</a:t>
            </a:r>
          </a:p>
        </p:txBody>
      </p:sp>
      <p:sp>
        <p:nvSpPr>
          <p:cNvPr id="18" name="!!tl_dot_5"/>
          <p:cNvSpPr/>
          <p:nvPr/>
        </p:nvSpPr>
        <p:spPr>
          <a:xfrm>
            <a:off x="4533900" y="2819400"/>
            <a:ext cx="76200" cy="762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lbl_5_s3"/>
          <p:cNvSpPr txBox="1"/>
          <p:nvPr/>
        </p:nvSpPr>
        <p:spPr>
          <a:xfrm>
            <a:off x="4286250" y="3009863"/>
            <a:ext cx="571500" cy="1500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9CA3AF"/>
                </a:solidFill>
                <a:latin typeface="Calibri"/>
              </a:rPr>
              <a:t>18.06.2026</a:t>
            </a:r>
          </a:p>
        </p:txBody>
      </p:sp>
      <p:sp>
        <p:nvSpPr>
          <p:cNvPr id="20" name="!!tl_dot_6"/>
          <p:cNvSpPr/>
          <p:nvPr/>
        </p:nvSpPr>
        <p:spPr>
          <a:xfrm>
            <a:off x="5438775" y="2819400"/>
            <a:ext cx="76200" cy="762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lbl_6_s3"/>
          <p:cNvSpPr txBox="1"/>
          <p:nvPr/>
        </p:nvSpPr>
        <p:spPr>
          <a:xfrm>
            <a:off x="5191125" y="3009863"/>
            <a:ext cx="571500" cy="1500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9CA3AF"/>
                </a:solidFill>
                <a:latin typeface="Calibri"/>
              </a:rPr>
              <a:t>25.06.2026</a:t>
            </a:r>
          </a:p>
        </p:txBody>
      </p:sp>
      <p:sp>
        <p:nvSpPr>
          <p:cNvPr id="22" name="!!tl_dot_7"/>
          <p:cNvSpPr/>
          <p:nvPr/>
        </p:nvSpPr>
        <p:spPr>
          <a:xfrm>
            <a:off x="6343650" y="2819400"/>
            <a:ext cx="76200" cy="762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lbl_7_s3"/>
          <p:cNvSpPr txBox="1"/>
          <p:nvPr/>
        </p:nvSpPr>
        <p:spPr>
          <a:xfrm>
            <a:off x="6096000" y="3009863"/>
            <a:ext cx="571500" cy="1500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9CA3AF"/>
                </a:solidFill>
                <a:latin typeface="Calibri"/>
              </a:rPr>
              <a:t>09.07.2026</a:t>
            </a:r>
          </a:p>
        </p:txBody>
      </p:sp>
      <p:sp>
        <p:nvSpPr>
          <p:cNvPr id="24" name="!!tl_dot_8"/>
          <p:cNvSpPr/>
          <p:nvPr/>
        </p:nvSpPr>
        <p:spPr>
          <a:xfrm>
            <a:off x="7248525" y="2819400"/>
            <a:ext cx="76200" cy="762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lbl_8_s3"/>
          <p:cNvSpPr txBox="1"/>
          <p:nvPr/>
        </p:nvSpPr>
        <p:spPr>
          <a:xfrm>
            <a:off x="7000875" y="3009863"/>
            <a:ext cx="571500" cy="1500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9CA3AF"/>
                </a:solidFill>
                <a:latin typeface="Calibri"/>
              </a:rPr>
              <a:t>16.07.2026</a:t>
            </a:r>
          </a:p>
        </p:txBody>
      </p:sp>
      <p:sp>
        <p:nvSpPr>
          <p:cNvPr id="26" name="!!tl_dot_9"/>
          <p:cNvSpPr/>
          <p:nvPr/>
        </p:nvSpPr>
        <p:spPr>
          <a:xfrm>
            <a:off x="8153400" y="2819400"/>
            <a:ext cx="76200" cy="762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lbl_9_s3"/>
          <p:cNvSpPr txBox="1"/>
          <p:nvPr/>
        </p:nvSpPr>
        <p:spPr>
          <a:xfrm>
            <a:off x="7905750" y="3009863"/>
            <a:ext cx="571500" cy="1500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9CA3AF"/>
                </a:solidFill>
                <a:latin typeface="Calibri"/>
              </a:rPr>
              <a:t>20.07.2026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_m4"/>
          <p:cNvSpPr txBox="1"/>
          <p:nvPr/>
        </p:nvSpPr>
        <p:spPr>
          <a:xfrm>
            <a:off x="457200" y="87474"/>
            <a:ext cx="8458200" cy="769776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800" b="0">
                <a:solidFill>
                  <a:srgbClr val="808080"/>
                </a:solidFill>
                <a:latin typeface="Calibri"/>
              </a:rPr>
              <a:t>FL-Trilemma: Project Timeline</a:t>
            </a:r>
          </a:p>
        </p:txBody>
      </p:sp>
      <p:cxnSp>
        <p:nvCxnSpPr>
          <p:cNvPr id="4" name="divider_m4"/>
          <p:cNvCxnSpPr/>
          <p:nvPr/>
        </p:nvCxnSpPr>
        <p:spPr>
          <a:xfrm>
            <a:off x="571500" y="952500"/>
            <a:ext cx="8001000" cy="0"/>
          </a:xfrm>
          <a:prstGeom prst="line">
            <a:avLst/>
          </a:prstGeom>
          <a:ln w="9525">
            <a:solidFill>
              <a:srgbClr val="B3B3B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content_placeholder_m4"/>
          <p:cNvSpPr/>
          <p:nvPr/>
        </p:nvSpPr>
        <p:spPr>
          <a:xfrm>
            <a:off x="762000" y="1095375"/>
            <a:ext cx="1619250" cy="1047750"/>
          </a:xfrm>
          <a:prstGeom prst="roundRect">
            <a:avLst>
              <a:gd name="adj" fmla="val 6000"/>
            </a:avLst>
          </a:prstGeom>
          <a:solidFill>
            <a:srgbClr val="EDEEF0"/>
          </a:solidFill>
          <a:ln w="9525">
            <a:solidFill>
              <a:srgbClr val="E5E7E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0000" rIns="120000"/>
          <a:lstStyle/>
          <a:p>
            <a:pPr algn="ctr"/>
            <a:r>
              <a:rPr sz="550">
                <a:solidFill>
                  <a:srgbClr val="9CA3AF"/>
                </a:solidFill>
                <a:latin typeface="Consolas"/>
              </a:rPr>
              <a:t>INTERIM PRESENTATION 1 - SLIDES</a:t>
            </a:r>
          </a:p>
        </p:txBody>
      </p:sp>
      <p:sp>
        <p:nvSpPr>
          <p:cNvPr id="6" name="content_pill_m4"/>
          <p:cNvSpPr/>
          <p:nvPr/>
        </p:nvSpPr>
        <p:spPr>
          <a:xfrm>
            <a:off x="2571750" y="1095375"/>
            <a:ext cx="825000" cy="188082"/>
          </a:xfrm>
          <a:prstGeom prst="roundRect">
            <a:avLst>
              <a:gd name="adj" fmla="val 50000"/>
            </a:avLst>
          </a:prstGeom>
          <a:solidFill>
            <a:srgbClr val="C9E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 wrap="none"/>
          <a:lstStyle/>
          <a:p>
            <a:pPr algn="ctr"/>
            <a:r>
              <a:rPr sz="900" b="1">
                <a:solidFill>
                  <a:srgbClr val="325786"/>
                </a:solidFill>
                <a:latin typeface="Calibri"/>
              </a:rPr>
              <a:t>18.06.2026</a:t>
            </a:r>
          </a:p>
        </p:txBody>
      </p:sp>
      <p:sp>
        <p:nvSpPr>
          <p:cNvPr id="7" name="content_headline_m4"/>
          <p:cNvSpPr txBox="1"/>
          <p:nvPr/>
        </p:nvSpPr>
        <p:spPr>
          <a:xfrm>
            <a:off x="2571750" y="1369126"/>
            <a:ext cx="5000625" cy="2393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1F2023"/>
                </a:solidFill>
                <a:latin typeface="Calibri"/>
              </a:rPr>
              <a:t>Interim Presentation 1</a:t>
            </a:r>
          </a:p>
        </p:txBody>
      </p:sp>
      <p:sp>
        <p:nvSpPr>
          <p:cNvPr id="8" name="content_bullets_m4"/>
          <p:cNvSpPr txBox="1"/>
          <p:nvPr/>
        </p:nvSpPr>
        <p:spPr>
          <a:xfrm>
            <a:off x="2571750" y="1637017"/>
            <a:ext cx="5000625" cy="18808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975" b="1">
                <a:solidFill>
                  <a:srgbClr val="C1212A"/>
                </a:solidFill>
                <a:latin typeface="Calibri"/>
              </a:rPr>
              <a:t>-  </a:t>
            </a:r>
            <a:r>
              <a:rPr sz="975">
                <a:solidFill>
                  <a:srgbClr val="325786"/>
                </a:solidFill>
                <a:latin typeface="Calibri"/>
              </a:rPr>
              <a:t>First code foundation building up (MNIST, Flower)</a:t>
            </a:r>
          </a:p>
        </p:txBody>
      </p:sp>
      <p:sp>
        <p:nvSpPr>
          <p:cNvPr id="9" name="!!tl_track"/>
          <p:cNvSpPr/>
          <p:nvPr/>
        </p:nvSpPr>
        <p:spPr>
          <a:xfrm>
            <a:off x="952500" y="2847919"/>
            <a:ext cx="7239000" cy="18976"/>
          </a:xfrm>
          <a:prstGeom prst="roundRect">
            <a:avLst>
              <a:gd name="adj" fmla="val 50000"/>
            </a:avLst>
          </a:prstGeom>
          <a:solidFill>
            <a:srgbClr val="E2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!!tl_fill"/>
          <p:cNvSpPr/>
          <p:nvPr/>
        </p:nvSpPr>
        <p:spPr>
          <a:xfrm>
            <a:off x="952500" y="2847919"/>
            <a:ext cx="3619500" cy="18976"/>
          </a:xfrm>
          <a:prstGeom prst="roundRect">
            <a:avLst>
              <a:gd name="adj" fmla="val 50000"/>
            </a:avLst>
          </a:prstGeom>
          <a:solidFill>
            <a:srgbClr val="3257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!!tl_dot_1"/>
          <p:cNvSpPr/>
          <p:nvPr/>
        </p:nvSpPr>
        <p:spPr>
          <a:xfrm>
            <a:off x="914400" y="2819400"/>
            <a:ext cx="76200" cy="762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lbl_1_s4"/>
          <p:cNvSpPr txBox="1"/>
          <p:nvPr/>
        </p:nvSpPr>
        <p:spPr>
          <a:xfrm>
            <a:off x="666750" y="3009863"/>
            <a:ext cx="571500" cy="1500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9CA3AF"/>
                </a:solidFill>
                <a:latin typeface="Calibri"/>
              </a:rPr>
              <a:t>09.04.2026</a:t>
            </a:r>
          </a:p>
        </p:txBody>
      </p:sp>
      <p:sp>
        <p:nvSpPr>
          <p:cNvPr id="13" name="!!tl_dot_2"/>
          <p:cNvSpPr/>
          <p:nvPr/>
        </p:nvSpPr>
        <p:spPr>
          <a:xfrm>
            <a:off x="1819275" y="2819400"/>
            <a:ext cx="76200" cy="762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lbl_2_s4"/>
          <p:cNvSpPr txBox="1"/>
          <p:nvPr/>
        </p:nvSpPr>
        <p:spPr>
          <a:xfrm>
            <a:off x="1571625" y="3009863"/>
            <a:ext cx="571500" cy="1500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9CA3AF"/>
                </a:solidFill>
                <a:latin typeface="Calibri"/>
              </a:rPr>
              <a:t>16.04.2026</a:t>
            </a:r>
          </a:p>
        </p:txBody>
      </p:sp>
      <p:sp>
        <p:nvSpPr>
          <p:cNvPr id="15" name="!!tl_dot_3"/>
          <p:cNvSpPr/>
          <p:nvPr/>
        </p:nvSpPr>
        <p:spPr>
          <a:xfrm>
            <a:off x="2724150" y="2819400"/>
            <a:ext cx="76200" cy="762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lbl_3_s4"/>
          <p:cNvSpPr txBox="1"/>
          <p:nvPr/>
        </p:nvSpPr>
        <p:spPr>
          <a:xfrm>
            <a:off x="2476500" y="3009863"/>
            <a:ext cx="571500" cy="1500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9CA3AF"/>
                </a:solidFill>
                <a:latin typeface="Calibri"/>
              </a:rPr>
              <a:t>30.04.2026</a:t>
            </a:r>
          </a:p>
        </p:txBody>
      </p:sp>
      <p:sp>
        <p:nvSpPr>
          <p:cNvPr id="17" name="!!tl_dot_4"/>
          <p:cNvSpPr/>
          <p:nvPr/>
        </p:nvSpPr>
        <p:spPr>
          <a:xfrm>
            <a:off x="3629025" y="2819400"/>
            <a:ext cx="76200" cy="762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lbl_4_s4"/>
          <p:cNvSpPr txBox="1"/>
          <p:nvPr/>
        </p:nvSpPr>
        <p:spPr>
          <a:xfrm>
            <a:off x="3381375" y="3009863"/>
            <a:ext cx="571500" cy="1500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9CA3AF"/>
                </a:solidFill>
                <a:latin typeface="Calibri"/>
              </a:rPr>
              <a:t>~21.05.2026</a:t>
            </a:r>
          </a:p>
        </p:txBody>
      </p:sp>
      <p:sp>
        <p:nvSpPr>
          <p:cNvPr id="19" name="!!tl_dot_5"/>
          <p:cNvSpPr/>
          <p:nvPr/>
        </p:nvSpPr>
        <p:spPr>
          <a:xfrm>
            <a:off x="4505325" y="2790825"/>
            <a:ext cx="133350" cy="133350"/>
          </a:xfrm>
          <a:prstGeom prst="ellipse">
            <a:avLst/>
          </a:prstGeom>
          <a:solidFill>
            <a:srgbClr val="3257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lbl_5_s4"/>
          <p:cNvSpPr txBox="1"/>
          <p:nvPr/>
        </p:nvSpPr>
        <p:spPr>
          <a:xfrm>
            <a:off x="4286250" y="3009863"/>
            <a:ext cx="571500" cy="1500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F2023"/>
                </a:solidFill>
                <a:latin typeface="Calibri"/>
              </a:rPr>
              <a:t>18.06.2026</a:t>
            </a:r>
          </a:p>
        </p:txBody>
      </p:sp>
      <p:sp>
        <p:nvSpPr>
          <p:cNvPr id="21" name="!!tl_dot_6"/>
          <p:cNvSpPr/>
          <p:nvPr/>
        </p:nvSpPr>
        <p:spPr>
          <a:xfrm>
            <a:off x="5438775" y="2819400"/>
            <a:ext cx="76200" cy="762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lbl_6_s4"/>
          <p:cNvSpPr txBox="1"/>
          <p:nvPr/>
        </p:nvSpPr>
        <p:spPr>
          <a:xfrm>
            <a:off x="5191125" y="3009863"/>
            <a:ext cx="571500" cy="1500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9CA3AF"/>
                </a:solidFill>
                <a:latin typeface="Calibri"/>
              </a:rPr>
              <a:t>25.06.2026</a:t>
            </a:r>
          </a:p>
        </p:txBody>
      </p:sp>
      <p:sp>
        <p:nvSpPr>
          <p:cNvPr id="23" name="!!tl_dot_7"/>
          <p:cNvSpPr/>
          <p:nvPr/>
        </p:nvSpPr>
        <p:spPr>
          <a:xfrm>
            <a:off x="6343650" y="2819400"/>
            <a:ext cx="76200" cy="762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lbl_7_s4"/>
          <p:cNvSpPr txBox="1"/>
          <p:nvPr/>
        </p:nvSpPr>
        <p:spPr>
          <a:xfrm>
            <a:off x="6096000" y="3009863"/>
            <a:ext cx="571500" cy="1500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9CA3AF"/>
                </a:solidFill>
                <a:latin typeface="Calibri"/>
              </a:rPr>
              <a:t>09.07.2026</a:t>
            </a:r>
          </a:p>
        </p:txBody>
      </p:sp>
      <p:sp>
        <p:nvSpPr>
          <p:cNvPr id="25" name="!!tl_dot_8"/>
          <p:cNvSpPr/>
          <p:nvPr/>
        </p:nvSpPr>
        <p:spPr>
          <a:xfrm>
            <a:off x="7248525" y="2819400"/>
            <a:ext cx="76200" cy="762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lbl_8_s4"/>
          <p:cNvSpPr txBox="1"/>
          <p:nvPr/>
        </p:nvSpPr>
        <p:spPr>
          <a:xfrm>
            <a:off x="7000875" y="3009863"/>
            <a:ext cx="571500" cy="1500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9CA3AF"/>
                </a:solidFill>
                <a:latin typeface="Calibri"/>
              </a:rPr>
              <a:t>16.07.2026</a:t>
            </a:r>
          </a:p>
        </p:txBody>
      </p:sp>
      <p:sp>
        <p:nvSpPr>
          <p:cNvPr id="27" name="!!tl_dot_9"/>
          <p:cNvSpPr/>
          <p:nvPr/>
        </p:nvSpPr>
        <p:spPr>
          <a:xfrm>
            <a:off x="8153400" y="2819400"/>
            <a:ext cx="76200" cy="762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lbl_9_s4"/>
          <p:cNvSpPr txBox="1"/>
          <p:nvPr/>
        </p:nvSpPr>
        <p:spPr>
          <a:xfrm>
            <a:off x="7905750" y="3009863"/>
            <a:ext cx="571500" cy="1500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9CA3AF"/>
                </a:solidFill>
                <a:latin typeface="Calibri"/>
              </a:rPr>
              <a:t>20.07.2026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_m5"/>
          <p:cNvSpPr txBox="1"/>
          <p:nvPr/>
        </p:nvSpPr>
        <p:spPr>
          <a:xfrm>
            <a:off x="457200" y="87474"/>
            <a:ext cx="8458200" cy="769776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800" b="0">
                <a:solidFill>
                  <a:srgbClr val="808080"/>
                </a:solidFill>
                <a:latin typeface="Calibri"/>
              </a:rPr>
              <a:t>FL-Trilemma: Project Timeline</a:t>
            </a:r>
          </a:p>
        </p:txBody>
      </p:sp>
      <p:cxnSp>
        <p:nvCxnSpPr>
          <p:cNvPr id="4" name="divider_m5"/>
          <p:cNvCxnSpPr/>
          <p:nvPr/>
        </p:nvCxnSpPr>
        <p:spPr>
          <a:xfrm>
            <a:off x="571500" y="952500"/>
            <a:ext cx="8001000" cy="0"/>
          </a:xfrm>
          <a:prstGeom prst="line">
            <a:avLst/>
          </a:prstGeom>
          <a:ln w="9525">
            <a:solidFill>
              <a:srgbClr val="B3B3B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content_placeholder_m5"/>
          <p:cNvSpPr/>
          <p:nvPr/>
        </p:nvSpPr>
        <p:spPr>
          <a:xfrm>
            <a:off x="762000" y="3333750"/>
            <a:ext cx="1619250" cy="1047750"/>
          </a:xfrm>
          <a:prstGeom prst="roundRect">
            <a:avLst>
              <a:gd name="adj" fmla="val 6000"/>
            </a:avLst>
          </a:prstGeom>
          <a:solidFill>
            <a:srgbClr val="EDEEF0"/>
          </a:solidFill>
          <a:ln w="9525">
            <a:solidFill>
              <a:srgbClr val="E5E7E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0000" rIns="120000"/>
          <a:lstStyle/>
          <a:p>
            <a:pPr algn="ctr"/>
            <a:r>
              <a:rPr sz="550">
                <a:solidFill>
                  <a:srgbClr val="9CA3AF"/>
                </a:solidFill>
                <a:latin typeface="Consolas"/>
              </a:rPr>
              <a:t>INTERIM PRESENTATION 2 - SLIDES</a:t>
            </a:r>
          </a:p>
        </p:txBody>
      </p:sp>
      <p:sp>
        <p:nvSpPr>
          <p:cNvPr id="6" name="content_pill_m5"/>
          <p:cNvSpPr/>
          <p:nvPr/>
        </p:nvSpPr>
        <p:spPr>
          <a:xfrm>
            <a:off x="2571750" y="3333750"/>
            <a:ext cx="825000" cy="188082"/>
          </a:xfrm>
          <a:prstGeom prst="roundRect">
            <a:avLst>
              <a:gd name="adj" fmla="val 50000"/>
            </a:avLst>
          </a:prstGeom>
          <a:solidFill>
            <a:srgbClr val="C9E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 wrap="none"/>
          <a:lstStyle/>
          <a:p>
            <a:pPr algn="ctr"/>
            <a:r>
              <a:rPr sz="900" b="1">
                <a:solidFill>
                  <a:srgbClr val="325786"/>
                </a:solidFill>
                <a:latin typeface="Calibri"/>
              </a:rPr>
              <a:t>25.06.2026</a:t>
            </a:r>
          </a:p>
        </p:txBody>
      </p:sp>
      <p:sp>
        <p:nvSpPr>
          <p:cNvPr id="7" name="content_headline_m5"/>
          <p:cNvSpPr txBox="1"/>
          <p:nvPr/>
        </p:nvSpPr>
        <p:spPr>
          <a:xfrm>
            <a:off x="2571750" y="3607501"/>
            <a:ext cx="5000625" cy="2393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1F2023"/>
                </a:solidFill>
                <a:latin typeface="Calibri"/>
              </a:rPr>
              <a:t>Interim Presentation 2</a:t>
            </a:r>
          </a:p>
        </p:txBody>
      </p:sp>
      <p:sp>
        <p:nvSpPr>
          <p:cNvPr id="8" name="content_bullets_m5"/>
          <p:cNvSpPr txBox="1"/>
          <p:nvPr/>
        </p:nvSpPr>
        <p:spPr>
          <a:xfrm>
            <a:off x="2571750" y="3875392"/>
            <a:ext cx="5000625" cy="37616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975" b="1">
                <a:solidFill>
                  <a:srgbClr val="C1212A"/>
                </a:solidFill>
                <a:latin typeface="Calibri"/>
              </a:rPr>
              <a:t>-  </a:t>
            </a:r>
            <a:r>
              <a:rPr sz="975">
                <a:solidFill>
                  <a:srgbClr val="325786"/>
                </a:solidFill>
                <a:latin typeface="Calibri"/>
              </a:rPr>
              <a:t>Mechanisms implemented albeit partly flawed (DP, FLTrust, TopK)</a:t>
            </a:r>
          </a:p>
          <a:p>
            <a:pPr>
              <a:spcAft>
                <a:spcPts val="600"/>
              </a:spcAft>
            </a:pPr>
            <a:r>
              <a:rPr sz="975" b="1">
                <a:solidFill>
                  <a:srgbClr val="C1212A"/>
                </a:solidFill>
                <a:latin typeface="Calibri"/>
              </a:rPr>
              <a:t>-  </a:t>
            </a:r>
            <a:r>
              <a:rPr sz="975">
                <a:solidFill>
                  <a:srgbClr val="325786"/>
                </a:solidFill>
                <a:latin typeface="Calibri"/>
              </a:rPr>
              <a:t>Testing extremely slow due to missing resources</a:t>
            </a:r>
          </a:p>
        </p:txBody>
      </p:sp>
      <p:sp>
        <p:nvSpPr>
          <p:cNvPr id="9" name="!!tl_track"/>
          <p:cNvSpPr/>
          <p:nvPr/>
        </p:nvSpPr>
        <p:spPr>
          <a:xfrm>
            <a:off x="952500" y="2847919"/>
            <a:ext cx="7239000" cy="18976"/>
          </a:xfrm>
          <a:prstGeom prst="roundRect">
            <a:avLst>
              <a:gd name="adj" fmla="val 50000"/>
            </a:avLst>
          </a:prstGeom>
          <a:solidFill>
            <a:srgbClr val="E2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!!tl_fill"/>
          <p:cNvSpPr/>
          <p:nvPr/>
        </p:nvSpPr>
        <p:spPr>
          <a:xfrm>
            <a:off x="952500" y="2847919"/>
            <a:ext cx="4524375" cy="18976"/>
          </a:xfrm>
          <a:prstGeom prst="roundRect">
            <a:avLst>
              <a:gd name="adj" fmla="val 50000"/>
            </a:avLst>
          </a:prstGeom>
          <a:solidFill>
            <a:srgbClr val="3257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!!tl_dot_1"/>
          <p:cNvSpPr/>
          <p:nvPr/>
        </p:nvSpPr>
        <p:spPr>
          <a:xfrm>
            <a:off x="914400" y="2819400"/>
            <a:ext cx="76200" cy="762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lbl_1_s5"/>
          <p:cNvSpPr txBox="1"/>
          <p:nvPr/>
        </p:nvSpPr>
        <p:spPr>
          <a:xfrm>
            <a:off x="666750" y="3009863"/>
            <a:ext cx="571500" cy="1500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9CA3AF"/>
                </a:solidFill>
                <a:latin typeface="Calibri"/>
              </a:rPr>
              <a:t>09.04.2026</a:t>
            </a:r>
          </a:p>
        </p:txBody>
      </p:sp>
      <p:sp>
        <p:nvSpPr>
          <p:cNvPr id="13" name="!!tl_dot_2"/>
          <p:cNvSpPr/>
          <p:nvPr/>
        </p:nvSpPr>
        <p:spPr>
          <a:xfrm>
            <a:off x="1819275" y="2819400"/>
            <a:ext cx="76200" cy="762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lbl_2_s5"/>
          <p:cNvSpPr txBox="1"/>
          <p:nvPr/>
        </p:nvSpPr>
        <p:spPr>
          <a:xfrm>
            <a:off x="1571625" y="3009863"/>
            <a:ext cx="571500" cy="1500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9CA3AF"/>
                </a:solidFill>
                <a:latin typeface="Calibri"/>
              </a:rPr>
              <a:t>16.04.2026</a:t>
            </a:r>
          </a:p>
        </p:txBody>
      </p:sp>
      <p:sp>
        <p:nvSpPr>
          <p:cNvPr id="15" name="!!tl_dot_3"/>
          <p:cNvSpPr/>
          <p:nvPr/>
        </p:nvSpPr>
        <p:spPr>
          <a:xfrm>
            <a:off x="2724150" y="2819400"/>
            <a:ext cx="76200" cy="762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lbl_3_s5"/>
          <p:cNvSpPr txBox="1"/>
          <p:nvPr/>
        </p:nvSpPr>
        <p:spPr>
          <a:xfrm>
            <a:off x="2476500" y="3009863"/>
            <a:ext cx="571500" cy="1500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9CA3AF"/>
                </a:solidFill>
                <a:latin typeface="Calibri"/>
              </a:rPr>
              <a:t>30.04.2026</a:t>
            </a:r>
          </a:p>
        </p:txBody>
      </p:sp>
      <p:sp>
        <p:nvSpPr>
          <p:cNvPr id="17" name="!!tl_dot_4"/>
          <p:cNvSpPr/>
          <p:nvPr/>
        </p:nvSpPr>
        <p:spPr>
          <a:xfrm>
            <a:off x="3629025" y="2819400"/>
            <a:ext cx="76200" cy="762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lbl_4_s5"/>
          <p:cNvSpPr txBox="1"/>
          <p:nvPr/>
        </p:nvSpPr>
        <p:spPr>
          <a:xfrm>
            <a:off x="3381375" y="3009863"/>
            <a:ext cx="571500" cy="1500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9CA3AF"/>
                </a:solidFill>
                <a:latin typeface="Calibri"/>
              </a:rPr>
              <a:t>~21.05.2026</a:t>
            </a:r>
          </a:p>
        </p:txBody>
      </p:sp>
      <p:sp>
        <p:nvSpPr>
          <p:cNvPr id="19" name="!!tl_dot_5"/>
          <p:cNvSpPr/>
          <p:nvPr/>
        </p:nvSpPr>
        <p:spPr>
          <a:xfrm>
            <a:off x="4533900" y="2819400"/>
            <a:ext cx="76200" cy="762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lbl_5_s5"/>
          <p:cNvSpPr txBox="1"/>
          <p:nvPr/>
        </p:nvSpPr>
        <p:spPr>
          <a:xfrm>
            <a:off x="4286250" y="3009863"/>
            <a:ext cx="571500" cy="1500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9CA3AF"/>
                </a:solidFill>
                <a:latin typeface="Calibri"/>
              </a:rPr>
              <a:t>18.06.2026</a:t>
            </a:r>
          </a:p>
        </p:txBody>
      </p:sp>
      <p:sp>
        <p:nvSpPr>
          <p:cNvPr id="21" name="!!tl_dot_6"/>
          <p:cNvSpPr/>
          <p:nvPr/>
        </p:nvSpPr>
        <p:spPr>
          <a:xfrm>
            <a:off x="5410200" y="2790825"/>
            <a:ext cx="133350" cy="133350"/>
          </a:xfrm>
          <a:prstGeom prst="ellipse">
            <a:avLst/>
          </a:prstGeom>
          <a:solidFill>
            <a:srgbClr val="3257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lbl_6_s5"/>
          <p:cNvSpPr txBox="1"/>
          <p:nvPr/>
        </p:nvSpPr>
        <p:spPr>
          <a:xfrm>
            <a:off x="5191125" y="3009863"/>
            <a:ext cx="571500" cy="1500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F2023"/>
                </a:solidFill>
                <a:latin typeface="Calibri"/>
              </a:rPr>
              <a:t>25.06.2026</a:t>
            </a:r>
          </a:p>
        </p:txBody>
      </p:sp>
      <p:sp>
        <p:nvSpPr>
          <p:cNvPr id="23" name="!!tl_dot_7"/>
          <p:cNvSpPr/>
          <p:nvPr/>
        </p:nvSpPr>
        <p:spPr>
          <a:xfrm>
            <a:off x="6343650" y="2819400"/>
            <a:ext cx="76200" cy="762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lbl_7_s5"/>
          <p:cNvSpPr txBox="1"/>
          <p:nvPr/>
        </p:nvSpPr>
        <p:spPr>
          <a:xfrm>
            <a:off x="6096000" y="3009863"/>
            <a:ext cx="571500" cy="1500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9CA3AF"/>
                </a:solidFill>
                <a:latin typeface="Calibri"/>
              </a:rPr>
              <a:t>09.07.2026</a:t>
            </a:r>
          </a:p>
        </p:txBody>
      </p:sp>
      <p:sp>
        <p:nvSpPr>
          <p:cNvPr id="25" name="!!tl_dot_8"/>
          <p:cNvSpPr/>
          <p:nvPr/>
        </p:nvSpPr>
        <p:spPr>
          <a:xfrm>
            <a:off x="7248525" y="2819400"/>
            <a:ext cx="76200" cy="762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lbl_8_s5"/>
          <p:cNvSpPr txBox="1"/>
          <p:nvPr/>
        </p:nvSpPr>
        <p:spPr>
          <a:xfrm>
            <a:off x="7000875" y="3009863"/>
            <a:ext cx="571500" cy="1500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9CA3AF"/>
                </a:solidFill>
                <a:latin typeface="Calibri"/>
              </a:rPr>
              <a:t>16.07.2026</a:t>
            </a:r>
          </a:p>
        </p:txBody>
      </p:sp>
      <p:sp>
        <p:nvSpPr>
          <p:cNvPr id="27" name="!!tl_dot_9"/>
          <p:cNvSpPr/>
          <p:nvPr/>
        </p:nvSpPr>
        <p:spPr>
          <a:xfrm>
            <a:off x="8153400" y="2819400"/>
            <a:ext cx="76200" cy="762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lbl_9_s5"/>
          <p:cNvSpPr txBox="1"/>
          <p:nvPr/>
        </p:nvSpPr>
        <p:spPr>
          <a:xfrm>
            <a:off x="7905750" y="3009863"/>
            <a:ext cx="571500" cy="1500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9CA3AF"/>
                </a:solidFill>
                <a:latin typeface="Calibri"/>
              </a:rPr>
              <a:t>20.07.2026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_m6"/>
          <p:cNvSpPr txBox="1"/>
          <p:nvPr/>
        </p:nvSpPr>
        <p:spPr>
          <a:xfrm>
            <a:off x="457200" y="87474"/>
            <a:ext cx="8458200" cy="769776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800" b="0">
                <a:solidFill>
                  <a:srgbClr val="808080"/>
                </a:solidFill>
                <a:latin typeface="Calibri"/>
              </a:rPr>
              <a:t>FL-Trilemma: Project Timeline</a:t>
            </a:r>
          </a:p>
        </p:txBody>
      </p:sp>
      <p:cxnSp>
        <p:nvCxnSpPr>
          <p:cNvPr id="4" name="divider_m6"/>
          <p:cNvCxnSpPr/>
          <p:nvPr/>
        </p:nvCxnSpPr>
        <p:spPr>
          <a:xfrm>
            <a:off x="571500" y="952500"/>
            <a:ext cx="8001000" cy="0"/>
          </a:xfrm>
          <a:prstGeom prst="line">
            <a:avLst/>
          </a:prstGeom>
          <a:ln w="9525">
            <a:solidFill>
              <a:srgbClr val="B3B3B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content_placeholder_m6"/>
          <p:cNvSpPr/>
          <p:nvPr/>
        </p:nvSpPr>
        <p:spPr>
          <a:xfrm>
            <a:off x="762000" y="1095375"/>
            <a:ext cx="1619250" cy="1047750"/>
          </a:xfrm>
          <a:prstGeom prst="roundRect">
            <a:avLst>
              <a:gd name="adj" fmla="val 6000"/>
            </a:avLst>
          </a:prstGeom>
          <a:solidFill>
            <a:srgbClr val="EDEEF0"/>
          </a:solidFill>
          <a:ln w="9525">
            <a:solidFill>
              <a:srgbClr val="E5E7E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0000" rIns="120000"/>
          <a:lstStyle/>
          <a:p>
            <a:pPr algn="ctr"/>
            <a:r>
              <a:rPr sz="550">
                <a:solidFill>
                  <a:srgbClr val="9CA3AF"/>
                </a:solidFill>
                <a:latin typeface="Consolas"/>
              </a:rPr>
              <a:t>ACCURACY / RUNTIME CHARTS</a:t>
            </a:r>
          </a:p>
        </p:txBody>
      </p:sp>
      <p:sp>
        <p:nvSpPr>
          <p:cNvPr id="6" name="content_pill_m6"/>
          <p:cNvSpPr/>
          <p:nvPr/>
        </p:nvSpPr>
        <p:spPr>
          <a:xfrm>
            <a:off x="2571750" y="1095375"/>
            <a:ext cx="825000" cy="188082"/>
          </a:xfrm>
          <a:prstGeom prst="roundRect">
            <a:avLst>
              <a:gd name="adj" fmla="val 50000"/>
            </a:avLst>
          </a:prstGeom>
          <a:solidFill>
            <a:srgbClr val="C9E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 wrap="none"/>
          <a:lstStyle/>
          <a:p>
            <a:pPr algn="ctr"/>
            <a:r>
              <a:rPr sz="900" b="1">
                <a:solidFill>
                  <a:srgbClr val="325786"/>
                </a:solidFill>
                <a:latin typeface="Calibri"/>
              </a:rPr>
              <a:t>09.07.2026</a:t>
            </a:r>
          </a:p>
        </p:txBody>
      </p:sp>
      <p:sp>
        <p:nvSpPr>
          <p:cNvPr id="7" name="content_headline_m6"/>
          <p:cNvSpPr txBox="1"/>
          <p:nvPr/>
        </p:nvSpPr>
        <p:spPr>
          <a:xfrm>
            <a:off x="2571750" y="1369126"/>
            <a:ext cx="5000625" cy="2393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1F2023"/>
                </a:solidFill>
                <a:latin typeface="Calibri"/>
              </a:rPr>
              <a:t>Unlock of Computational Resources</a:t>
            </a:r>
          </a:p>
        </p:txBody>
      </p:sp>
      <p:sp>
        <p:nvSpPr>
          <p:cNvPr id="8" name="content_bullets_m6"/>
          <p:cNvSpPr txBox="1"/>
          <p:nvPr/>
        </p:nvSpPr>
        <p:spPr>
          <a:xfrm>
            <a:off x="2571750" y="1637017"/>
            <a:ext cx="5000625" cy="5642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975" b="1">
                <a:solidFill>
                  <a:srgbClr val="C1212A"/>
                </a:solidFill>
                <a:latin typeface="Calibri"/>
              </a:rPr>
              <a:t>-  </a:t>
            </a:r>
            <a:r>
              <a:rPr sz="975">
                <a:solidFill>
                  <a:srgbClr val="325786"/>
                </a:solidFill>
                <a:latin typeface="Calibri"/>
              </a:rPr>
              <a:t>Larger scale testing unlocked</a:t>
            </a:r>
          </a:p>
          <a:p>
            <a:pPr>
              <a:spcAft>
                <a:spcPts val="600"/>
              </a:spcAft>
            </a:pPr>
            <a:r>
              <a:rPr sz="975" b="1">
                <a:solidFill>
                  <a:srgbClr val="C1212A"/>
                </a:solidFill>
                <a:latin typeface="Calibri"/>
              </a:rPr>
              <a:t>-  </a:t>
            </a:r>
            <a:r>
              <a:rPr sz="975">
                <a:solidFill>
                  <a:srgbClr val="325786"/>
                </a:solidFill>
                <a:latin typeface="Calibri"/>
              </a:rPr>
              <a:t>GPU access and incrementally stable code foundation allows for CIFAR-10 testing</a:t>
            </a:r>
          </a:p>
          <a:p>
            <a:pPr>
              <a:spcAft>
                <a:spcPts val="600"/>
              </a:spcAft>
            </a:pPr>
            <a:r>
              <a:rPr sz="975" b="1">
                <a:solidFill>
                  <a:srgbClr val="C1212A"/>
                </a:solidFill>
                <a:latin typeface="Calibri"/>
              </a:rPr>
              <a:t>-  </a:t>
            </a:r>
            <a:r>
              <a:rPr sz="975">
                <a:solidFill>
                  <a:srgbClr val="325786"/>
                </a:solidFill>
                <a:latin typeface="Calibri"/>
              </a:rPr>
              <a:t>First results for large runs are coming through</a:t>
            </a:r>
          </a:p>
        </p:txBody>
      </p:sp>
      <p:sp>
        <p:nvSpPr>
          <p:cNvPr id="9" name="!!tl_track"/>
          <p:cNvSpPr/>
          <p:nvPr/>
        </p:nvSpPr>
        <p:spPr>
          <a:xfrm>
            <a:off x="952500" y="2847919"/>
            <a:ext cx="7239000" cy="18976"/>
          </a:xfrm>
          <a:prstGeom prst="roundRect">
            <a:avLst>
              <a:gd name="adj" fmla="val 50000"/>
            </a:avLst>
          </a:prstGeom>
          <a:solidFill>
            <a:srgbClr val="E2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!!tl_fill"/>
          <p:cNvSpPr/>
          <p:nvPr/>
        </p:nvSpPr>
        <p:spPr>
          <a:xfrm>
            <a:off x="952500" y="2847919"/>
            <a:ext cx="5429250" cy="18976"/>
          </a:xfrm>
          <a:prstGeom prst="roundRect">
            <a:avLst>
              <a:gd name="adj" fmla="val 50000"/>
            </a:avLst>
          </a:prstGeom>
          <a:solidFill>
            <a:srgbClr val="3257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!!tl_dot_1"/>
          <p:cNvSpPr/>
          <p:nvPr/>
        </p:nvSpPr>
        <p:spPr>
          <a:xfrm>
            <a:off x="914400" y="2819400"/>
            <a:ext cx="76200" cy="762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lbl_1_s6"/>
          <p:cNvSpPr txBox="1"/>
          <p:nvPr/>
        </p:nvSpPr>
        <p:spPr>
          <a:xfrm>
            <a:off x="666750" y="3009863"/>
            <a:ext cx="571500" cy="1500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9CA3AF"/>
                </a:solidFill>
                <a:latin typeface="Calibri"/>
              </a:rPr>
              <a:t>09.04.2026</a:t>
            </a:r>
          </a:p>
        </p:txBody>
      </p:sp>
      <p:sp>
        <p:nvSpPr>
          <p:cNvPr id="13" name="!!tl_dot_2"/>
          <p:cNvSpPr/>
          <p:nvPr/>
        </p:nvSpPr>
        <p:spPr>
          <a:xfrm>
            <a:off x="1819275" y="2819400"/>
            <a:ext cx="76200" cy="762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lbl_2_s6"/>
          <p:cNvSpPr txBox="1"/>
          <p:nvPr/>
        </p:nvSpPr>
        <p:spPr>
          <a:xfrm>
            <a:off x="1571625" y="3009863"/>
            <a:ext cx="571500" cy="1500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9CA3AF"/>
                </a:solidFill>
                <a:latin typeface="Calibri"/>
              </a:rPr>
              <a:t>16.04.2026</a:t>
            </a:r>
          </a:p>
        </p:txBody>
      </p:sp>
      <p:sp>
        <p:nvSpPr>
          <p:cNvPr id="15" name="!!tl_dot_3"/>
          <p:cNvSpPr/>
          <p:nvPr/>
        </p:nvSpPr>
        <p:spPr>
          <a:xfrm>
            <a:off x="2724150" y="2819400"/>
            <a:ext cx="76200" cy="762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lbl_3_s6"/>
          <p:cNvSpPr txBox="1"/>
          <p:nvPr/>
        </p:nvSpPr>
        <p:spPr>
          <a:xfrm>
            <a:off x="2476500" y="3009863"/>
            <a:ext cx="571500" cy="1500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9CA3AF"/>
                </a:solidFill>
                <a:latin typeface="Calibri"/>
              </a:rPr>
              <a:t>30.04.2026</a:t>
            </a:r>
          </a:p>
        </p:txBody>
      </p:sp>
      <p:sp>
        <p:nvSpPr>
          <p:cNvPr id="17" name="!!tl_dot_4"/>
          <p:cNvSpPr/>
          <p:nvPr/>
        </p:nvSpPr>
        <p:spPr>
          <a:xfrm>
            <a:off x="3629025" y="2819400"/>
            <a:ext cx="76200" cy="762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lbl_4_s6"/>
          <p:cNvSpPr txBox="1"/>
          <p:nvPr/>
        </p:nvSpPr>
        <p:spPr>
          <a:xfrm>
            <a:off x="3381375" y="3009863"/>
            <a:ext cx="571500" cy="1500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9CA3AF"/>
                </a:solidFill>
                <a:latin typeface="Calibri"/>
              </a:rPr>
              <a:t>~21.05.2026</a:t>
            </a:r>
          </a:p>
        </p:txBody>
      </p:sp>
      <p:sp>
        <p:nvSpPr>
          <p:cNvPr id="19" name="!!tl_dot_5"/>
          <p:cNvSpPr/>
          <p:nvPr/>
        </p:nvSpPr>
        <p:spPr>
          <a:xfrm>
            <a:off x="4533900" y="2819400"/>
            <a:ext cx="76200" cy="762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lbl_5_s6"/>
          <p:cNvSpPr txBox="1"/>
          <p:nvPr/>
        </p:nvSpPr>
        <p:spPr>
          <a:xfrm>
            <a:off x="4286250" y="3009863"/>
            <a:ext cx="571500" cy="1500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9CA3AF"/>
                </a:solidFill>
                <a:latin typeface="Calibri"/>
              </a:rPr>
              <a:t>18.06.2026</a:t>
            </a:r>
          </a:p>
        </p:txBody>
      </p:sp>
      <p:sp>
        <p:nvSpPr>
          <p:cNvPr id="21" name="!!tl_dot_6"/>
          <p:cNvSpPr/>
          <p:nvPr/>
        </p:nvSpPr>
        <p:spPr>
          <a:xfrm>
            <a:off x="5438775" y="2819400"/>
            <a:ext cx="76200" cy="762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lbl_6_s6"/>
          <p:cNvSpPr txBox="1"/>
          <p:nvPr/>
        </p:nvSpPr>
        <p:spPr>
          <a:xfrm>
            <a:off x="5191125" y="3009863"/>
            <a:ext cx="571500" cy="1500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9CA3AF"/>
                </a:solidFill>
                <a:latin typeface="Calibri"/>
              </a:rPr>
              <a:t>25.06.2026</a:t>
            </a:r>
          </a:p>
        </p:txBody>
      </p:sp>
      <p:sp>
        <p:nvSpPr>
          <p:cNvPr id="23" name="!!tl_dot_7"/>
          <p:cNvSpPr/>
          <p:nvPr/>
        </p:nvSpPr>
        <p:spPr>
          <a:xfrm>
            <a:off x="6315075" y="2790825"/>
            <a:ext cx="133350" cy="133350"/>
          </a:xfrm>
          <a:prstGeom prst="ellipse">
            <a:avLst/>
          </a:prstGeom>
          <a:solidFill>
            <a:srgbClr val="3257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lbl_7_s6"/>
          <p:cNvSpPr txBox="1"/>
          <p:nvPr/>
        </p:nvSpPr>
        <p:spPr>
          <a:xfrm>
            <a:off x="6096000" y="3009863"/>
            <a:ext cx="571500" cy="1500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F2023"/>
                </a:solidFill>
                <a:latin typeface="Calibri"/>
              </a:rPr>
              <a:t>09.07.2026</a:t>
            </a:r>
          </a:p>
        </p:txBody>
      </p:sp>
      <p:sp>
        <p:nvSpPr>
          <p:cNvPr id="25" name="!!tl_dot_8"/>
          <p:cNvSpPr/>
          <p:nvPr/>
        </p:nvSpPr>
        <p:spPr>
          <a:xfrm>
            <a:off x="7248525" y="2819400"/>
            <a:ext cx="76200" cy="762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lbl_8_s6"/>
          <p:cNvSpPr txBox="1"/>
          <p:nvPr/>
        </p:nvSpPr>
        <p:spPr>
          <a:xfrm>
            <a:off x="7000875" y="3009863"/>
            <a:ext cx="571500" cy="1500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9CA3AF"/>
                </a:solidFill>
                <a:latin typeface="Calibri"/>
              </a:rPr>
              <a:t>16.07.2026</a:t>
            </a:r>
          </a:p>
        </p:txBody>
      </p:sp>
      <p:sp>
        <p:nvSpPr>
          <p:cNvPr id="27" name="!!tl_dot_9"/>
          <p:cNvSpPr/>
          <p:nvPr/>
        </p:nvSpPr>
        <p:spPr>
          <a:xfrm>
            <a:off x="8153400" y="2819400"/>
            <a:ext cx="76200" cy="762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lbl_9_s6"/>
          <p:cNvSpPr txBox="1"/>
          <p:nvPr/>
        </p:nvSpPr>
        <p:spPr>
          <a:xfrm>
            <a:off x="7905750" y="3009863"/>
            <a:ext cx="571500" cy="1500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9CA3AF"/>
                </a:solidFill>
                <a:latin typeface="Calibri"/>
              </a:rPr>
              <a:t>20.07.2026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_m7"/>
          <p:cNvSpPr txBox="1"/>
          <p:nvPr/>
        </p:nvSpPr>
        <p:spPr>
          <a:xfrm>
            <a:off x="457200" y="87474"/>
            <a:ext cx="8458200" cy="769776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800" b="0">
                <a:solidFill>
                  <a:srgbClr val="808080"/>
                </a:solidFill>
                <a:latin typeface="Calibri"/>
              </a:rPr>
              <a:t>FL-Trilemma: Project Timeline</a:t>
            </a:r>
          </a:p>
        </p:txBody>
      </p:sp>
      <p:cxnSp>
        <p:nvCxnSpPr>
          <p:cNvPr id="4" name="divider_m7"/>
          <p:cNvCxnSpPr/>
          <p:nvPr/>
        </p:nvCxnSpPr>
        <p:spPr>
          <a:xfrm>
            <a:off x="571500" y="952500"/>
            <a:ext cx="8001000" cy="0"/>
          </a:xfrm>
          <a:prstGeom prst="line">
            <a:avLst/>
          </a:prstGeom>
          <a:ln w="9525">
            <a:solidFill>
              <a:srgbClr val="B3B3B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content_pill_m7"/>
          <p:cNvSpPr/>
          <p:nvPr/>
        </p:nvSpPr>
        <p:spPr>
          <a:xfrm>
            <a:off x="762000" y="3333750"/>
            <a:ext cx="825000" cy="188082"/>
          </a:xfrm>
          <a:prstGeom prst="roundRect">
            <a:avLst>
              <a:gd name="adj" fmla="val 50000"/>
            </a:avLst>
          </a:prstGeom>
          <a:solidFill>
            <a:srgbClr val="C9E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 wrap="none"/>
          <a:lstStyle/>
          <a:p>
            <a:pPr algn="ctr"/>
            <a:r>
              <a:rPr sz="900" b="1">
                <a:solidFill>
                  <a:srgbClr val="325786"/>
                </a:solidFill>
                <a:latin typeface="Calibri"/>
              </a:rPr>
              <a:t>16.07.2026</a:t>
            </a:r>
          </a:p>
        </p:txBody>
      </p:sp>
      <p:sp>
        <p:nvSpPr>
          <p:cNvPr id="6" name="content_headline_m7"/>
          <p:cNvSpPr txBox="1"/>
          <p:nvPr/>
        </p:nvSpPr>
        <p:spPr>
          <a:xfrm>
            <a:off x="762000" y="3607501"/>
            <a:ext cx="5762625" cy="2393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1F2023"/>
                </a:solidFill>
                <a:latin typeface="Calibri"/>
              </a:rPr>
              <a:t>Final Report Submission</a:t>
            </a:r>
          </a:p>
        </p:txBody>
      </p:sp>
      <p:sp>
        <p:nvSpPr>
          <p:cNvPr id="7" name="content_bullets_m7"/>
          <p:cNvSpPr txBox="1"/>
          <p:nvPr/>
        </p:nvSpPr>
        <p:spPr>
          <a:xfrm>
            <a:off x="762000" y="3884880"/>
            <a:ext cx="5762625" cy="18808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050" b="1">
                <a:solidFill>
                  <a:srgbClr val="C1212A"/>
                </a:solidFill>
                <a:latin typeface="Calibri"/>
              </a:rPr>
              <a:t>-  </a:t>
            </a:r>
            <a:r>
              <a:rPr sz="1050">
                <a:solidFill>
                  <a:srgbClr val="325786"/>
                </a:solidFill>
                <a:latin typeface="Calibri"/>
              </a:rPr>
              <a:t>Written report on the Privacy-Robustness-Performance Trilemma due</a:t>
            </a:r>
          </a:p>
        </p:txBody>
      </p:sp>
      <p:sp>
        <p:nvSpPr>
          <p:cNvPr id="8" name="!!tl_track"/>
          <p:cNvSpPr/>
          <p:nvPr/>
        </p:nvSpPr>
        <p:spPr>
          <a:xfrm>
            <a:off x="952500" y="2847919"/>
            <a:ext cx="7239000" cy="18976"/>
          </a:xfrm>
          <a:prstGeom prst="roundRect">
            <a:avLst>
              <a:gd name="adj" fmla="val 50000"/>
            </a:avLst>
          </a:prstGeom>
          <a:solidFill>
            <a:srgbClr val="E2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!!tl_fill"/>
          <p:cNvSpPr/>
          <p:nvPr/>
        </p:nvSpPr>
        <p:spPr>
          <a:xfrm>
            <a:off x="952500" y="2847919"/>
            <a:ext cx="6334125" cy="18976"/>
          </a:xfrm>
          <a:prstGeom prst="roundRect">
            <a:avLst>
              <a:gd name="adj" fmla="val 50000"/>
            </a:avLst>
          </a:prstGeom>
          <a:solidFill>
            <a:srgbClr val="3257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!!tl_dot_1"/>
          <p:cNvSpPr/>
          <p:nvPr/>
        </p:nvSpPr>
        <p:spPr>
          <a:xfrm>
            <a:off x="914400" y="2819400"/>
            <a:ext cx="76200" cy="762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lbl_1_s7"/>
          <p:cNvSpPr txBox="1"/>
          <p:nvPr/>
        </p:nvSpPr>
        <p:spPr>
          <a:xfrm>
            <a:off x="666750" y="3009863"/>
            <a:ext cx="571500" cy="1500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9CA3AF"/>
                </a:solidFill>
                <a:latin typeface="Calibri"/>
              </a:rPr>
              <a:t>09.04.2026</a:t>
            </a:r>
          </a:p>
        </p:txBody>
      </p:sp>
      <p:sp>
        <p:nvSpPr>
          <p:cNvPr id="12" name="!!tl_dot_2"/>
          <p:cNvSpPr/>
          <p:nvPr/>
        </p:nvSpPr>
        <p:spPr>
          <a:xfrm>
            <a:off x="1819275" y="2819400"/>
            <a:ext cx="76200" cy="762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lbl_2_s7"/>
          <p:cNvSpPr txBox="1"/>
          <p:nvPr/>
        </p:nvSpPr>
        <p:spPr>
          <a:xfrm>
            <a:off x="1571625" y="3009863"/>
            <a:ext cx="571500" cy="1500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9CA3AF"/>
                </a:solidFill>
                <a:latin typeface="Calibri"/>
              </a:rPr>
              <a:t>16.04.2026</a:t>
            </a:r>
          </a:p>
        </p:txBody>
      </p:sp>
      <p:sp>
        <p:nvSpPr>
          <p:cNvPr id="14" name="!!tl_dot_3"/>
          <p:cNvSpPr/>
          <p:nvPr/>
        </p:nvSpPr>
        <p:spPr>
          <a:xfrm>
            <a:off x="2724150" y="2819400"/>
            <a:ext cx="76200" cy="762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lbl_3_s7"/>
          <p:cNvSpPr txBox="1"/>
          <p:nvPr/>
        </p:nvSpPr>
        <p:spPr>
          <a:xfrm>
            <a:off x="2476500" y="3009863"/>
            <a:ext cx="571500" cy="1500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9CA3AF"/>
                </a:solidFill>
                <a:latin typeface="Calibri"/>
              </a:rPr>
              <a:t>30.04.2026</a:t>
            </a:r>
          </a:p>
        </p:txBody>
      </p:sp>
      <p:sp>
        <p:nvSpPr>
          <p:cNvPr id="16" name="!!tl_dot_4"/>
          <p:cNvSpPr/>
          <p:nvPr/>
        </p:nvSpPr>
        <p:spPr>
          <a:xfrm>
            <a:off x="3629025" y="2819400"/>
            <a:ext cx="76200" cy="762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lbl_4_s7"/>
          <p:cNvSpPr txBox="1"/>
          <p:nvPr/>
        </p:nvSpPr>
        <p:spPr>
          <a:xfrm>
            <a:off x="3381375" y="3009863"/>
            <a:ext cx="571500" cy="1500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9CA3AF"/>
                </a:solidFill>
                <a:latin typeface="Calibri"/>
              </a:rPr>
              <a:t>~21.05.2026</a:t>
            </a:r>
          </a:p>
        </p:txBody>
      </p:sp>
      <p:sp>
        <p:nvSpPr>
          <p:cNvPr id="18" name="!!tl_dot_5"/>
          <p:cNvSpPr/>
          <p:nvPr/>
        </p:nvSpPr>
        <p:spPr>
          <a:xfrm>
            <a:off x="4533900" y="2819400"/>
            <a:ext cx="76200" cy="762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lbl_5_s7"/>
          <p:cNvSpPr txBox="1"/>
          <p:nvPr/>
        </p:nvSpPr>
        <p:spPr>
          <a:xfrm>
            <a:off x="4286250" y="3009863"/>
            <a:ext cx="571500" cy="1500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9CA3AF"/>
                </a:solidFill>
                <a:latin typeface="Calibri"/>
              </a:rPr>
              <a:t>18.06.2026</a:t>
            </a:r>
          </a:p>
        </p:txBody>
      </p:sp>
      <p:sp>
        <p:nvSpPr>
          <p:cNvPr id="20" name="!!tl_dot_6"/>
          <p:cNvSpPr/>
          <p:nvPr/>
        </p:nvSpPr>
        <p:spPr>
          <a:xfrm>
            <a:off x="5438775" y="2819400"/>
            <a:ext cx="76200" cy="762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lbl_6_s7"/>
          <p:cNvSpPr txBox="1"/>
          <p:nvPr/>
        </p:nvSpPr>
        <p:spPr>
          <a:xfrm>
            <a:off x="5191125" y="3009863"/>
            <a:ext cx="571500" cy="1500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9CA3AF"/>
                </a:solidFill>
                <a:latin typeface="Calibri"/>
              </a:rPr>
              <a:t>25.06.2026</a:t>
            </a:r>
          </a:p>
        </p:txBody>
      </p:sp>
      <p:sp>
        <p:nvSpPr>
          <p:cNvPr id="22" name="!!tl_dot_7"/>
          <p:cNvSpPr/>
          <p:nvPr/>
        </p:nvSpPr>
        <p:spPr>
          <a:xfrm>
            <a:off x="6343650" y="2819400"/>
            <a:ext cx="76200" cy="762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lbl_7_s7"/>
          <p:cNvSpPr txBox="1"/>
          <p:nvPr/>
        </p:nvSpPr>
        <p:spPr>
          <a:xfrm>
            <a:off x="6096000" y="3009863"/>
            <a:ext cx="571500" cy="1500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9CA3AF"/>
                </a:solidFill>
                <a:latin typeface="Calibri"/>
              </a:rPr>
              <a:t>09.07.2026</a:t>
            </a:r>
          </a:p>
        </p:txBody>
      </p:sp>
      <p:sp>
        <p:nvSpPr>
          <p:cNvPr id="24" name="!!tl_dot_8"/>
          <p:cNvSpPr/>
          <p:nvPr/>
        </p:nvSpPr>
        <p:spPr>
          <a:xfrm>
            <a:off x="7219950" y="2790825"/>
            <a:ext cx="133350" cy="133350"/>
          </a:xfrm>
          <a:prstGeom prst="ellipse">
            <a:avLst/>
          </a:prstGeom>
          <a:solidFill>
            <a:srgbClr val="3257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lbl_8_s7"/>
          <p:cNvSpPr txBox="1"/>
          <p:nvPr/>
        </p:nvSpPr>
        <p:spPr>
          <a:xfrm>
            <a:off x="7000875" y="3009863"/>
            <a:ext cx="571500" cy="1500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F2023"/>
                </a:solidFill>
                <a:latin typeface="Calibri"/>
              </a:rPr>
              <a:t>16.07.2026</a:t>
            </a:r>
          </a:p>
        </p:txBody>
      </p:sp>
      <p:sp>
        <p:nvSpPr>
          <p:cNvPr id="26" name="!!tl_dot_9"/>
          <p:cNvSpPr/>
          <p:nvPr/>
        </p:nvSpPr>
        <p:spPr>
          <a:xfrm>
            <a:off x="8153400" y="2819400"/>
            <a:ext cx="76200" cy="762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lbl_9_s7"/>
          <p:cNvSpPr txBox="1"/>
          <p:nvPr/>
        </p:nvSpPr>
        <p:spPr>
          <a:xfrm>
            <a:off x="7905750" y="3009863"/>
            <a:ext cx="571500" cy="1500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9CA3AF"/>
                </a:solidFill>
                <a:latin typeface="Calibri"/>
              </a:rPr>
              <a:t>20.07.2026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_m8"/>
          <p:cNvSpPr txBox="1"/>
          <p:nvPr/>
        </p:nvSpPr>
        <p:spPr>
          <a:xfrm>
            <a:off x="457200" y="87474"/>
            <a:ext cx="8458200" cy="769776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800" b="0">
                <a:solidFill>
                  <a:srgbClr val="808080"/>
                </a:solidFill>
                <a:latin typeface="Calibri"/>
              </a:rPr>
              <a:t>FL-Trilemma: Project Timeline</a:t>
            </a:r>
          </a:p>
        </p:txBody>
      </p:sp>
      <p:cxnSp>
        <p:nvCxnSpPr>
          <p:cNvPr id="4" name="divider_m8"/>
          <p:cNvCxnSpPr/>
          <p:nvPr/>
        </p:nvCxnSpPr>
        <p:spPr>
          <a:xfrm>
            <a:off x="571500" y="952500"/>
            <a:ext cx="8001000" cy="0"/>
          </a:xfrm>
          <a:prstGeom prst="line">
            <a:avLst/>
          </a:prstGeom>
          <a:ln w="9525">
            <a:solidFill>
              <a:srgbClr val="B3B3B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content_placeholder_m8"/>
          <p:cNvSpPr/>
          <p:nvPr/>
        </p:nvSpPr>
        <p:spPr>
          <a:xfrm>
            <a:off x="762000" y="1095375"/>
            <a:ext cx="1619250" cy="1047750"/>
          </a:xfrm>
          <a:prstGeom prst="roundRect">
            <a:avLst>
              <a:gd name="adj" fmla="val 6000"/>
            </a:avLst>
          </a:prstGeom>
          <a:solidFill>
            <a:srgbClr val="EDEEF0"/>
          </a:solidFill>
          <a:ln w="9525">
            <a:solidFill>
              <a:srgbClr val="E5E7E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0000" rIns="120000"/>
          <a:lstStyle/>
          <a:p>
            <a:pPr algn="ctr"/>
            <a:r>
              <a:rPr sz="550">
                <a:solidFill>
                  <a:srgbClr val="9CA3AF"/>
                </a:solidFill>
                <a:latin typeface="Consolas"/>
              </a:rPr>
              <a:t>FINAL PRESENTATION - SLIDES/RESULTS</a:t>
            </a:r>
          </a:p>
        </p:txBody>
      </p:sp>
      <p:sp>
        <p:nvSpPr>
          <p:cNvPr id="6" name="content_pill_m8"/>
          <p:cNvSpPr/>
          <p:nvPr/>
        </p:nvSpPr>
        <p:spPr>
          <a:xfrm>
            <a:off x="2571750" y="1095375"/>
            <a:ext cx="825000" cy="188082"/>
          </a:xfrm>
          <a:prstGeom prst="roundRect">
            <a:avLst>
              <a:gd name="adj" fmla="val 50000"/>
            </a:avLst>
          </a:prstGeom>
          <a:solidFill>
            <a:srgbClr val="C9E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 wrap="none"/>
          <a:lstStyle/>
          <a:p>
            <a:pPr algn="ctr"/>
            <a:r>
              <a:rPr sz="900" b="1">
                <a:solidFill>
                  <a:srgbClr val="325786"/>
                </a:solidFill>
                <a:latin typeface="Calibri"/>
              </a:rPr>
              <a:t>20.07.2026</a:t>
            </a:r>
          </a:p>
        </p:txBody>
      </p:sp>
      <p:sp>
        <p:nvSpPr>
          <p:cNvPr id="7" name="content_headline_m8"/>
          <p:cNvSpPr txBox="1"/>
          <p:nvPr/>
        </p:nvSpPr>
        <p:spPr>
          <a:xfrm>
            <a:off x="2571750" y="1369126"/>
            <a:ext cx="5000625" cy="2393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1F2023"/>
                </a:solidFill>
                <a:latin typeface="Calibri"/>
              </a:rPr>
              <a:t>Final Presentation</a:t>
            </a:r>
          </a:p>
        </p:txBody>
      </p:sp>
      <p:sp>
        <p:nvSpPr>
          <p:cNvPr id="8" name="content_bullets_m8"/>
          <p:cNvSpPr txBox="1"/>
          <p:nvPr/>
        </p:nvSpPr>
        <p:spPr>
          <a:xfrm>
            <a:off x="2571750" y="1637017"/>
            <a:ext cx="5000625" cy="18808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975" b="1">
                <a:solidFill>
                  <a:srgbClr val="C1212A"/>
                </a:solidFill>
                <a:latin typeface="Calibri"/>
              </a:rPr>
              <a:t>-  </a:t>
            </a:r>
            <a:r>
              <a:rPr sz="975">
                <a:solidFill>
                  <a:srgbClr val="325786"/>
                </a:solidFill>
                <a:latin typeface="Calibri"/>
              </a:rPr>
              <a:t>Closing presentation of findings</a:t>
            </a:r>
          </a:p>
        </p:txBody>
      </p:sp>
      <p:sp>
        <p:nvSpPr>
          <p:cNvPr id="9" name="!!tl_track"/>
          <p:cNvSpPr/>
          <p:nvPr/>
        </p:nvSpPr>
        <p:spPr>
          <a:xfrm>
            <a:off x="952500" y="2847919"/>
            <a:ext cx="7239000" cy="18976"/>
          </a:xfrm>
          <a:prstGeom prst="roundRect">
            <a:avLst>
              <a:gd name="adj" fmla="val 50000"/>
            </a:avLst>
          </a:prstGeom>
          <a:solidFill>
            <a:srgbClr val="E2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!!tl_fill"/>
          <p:cNvSpPr/>
          <p:nvPr/>
        </p:nvSpPr>
        <p:spPr>
          <a:xfrm>
            <a:off x="952500" y="2847919"/>
            <a:ext cx="7239000" cy="18976"/>
          </a:xfrm>
          <a:prstGeom prst="roundRect">
            <a:avLst>
              <a:gd name="adj" fmla="val 50000"/>
            </a:avLst>
          </a:prstGeom>
          <a:solidFill>
            <a:srgbClr val="3257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!!tl_dot_1"/>
          <p:cNvSpPr/>
          <p:nvPr/>
        </p:nvSpPr>
        <p:spPr>
          <a:xfrm>
            <a:off x="914400" y="2819400"/>
            <a:ext cx="76200" cy="762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lbl_1_s8"/>
          <p:cNvSpPr txBox="1"/>
          <p:nvPr/>
        </p:nvSpPr>
        <p:spPr>
          <a:xfrm>
            <a:off x="666750" y="3009863"/>
            <a:ext cx="571500" cy="1500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9CA3AF"/>
                </a:solidFill>
                <a:latin typeface="Calibri"/>
              </a:rPr>
              <a:t>09.04.2026</a:t>
            </a:r>
          </a:p>
        </p:txBody>
      </p:sp>
      <p:sp>
        <p:nvSpPr>
          <p:cNvPr id="13" name="!!tl_dot_2"/>
          <p:cNvSpPr/>
          <p:nvPr/>
        </p:nvSpPr>
        <p:spPr>
          <a:xfrm>
            <a:off x="1819275" y="2819400"/>
            <a:ext cx="76200" cy="762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lbl_2_s8"/>
          <p:cNvSpPr txBox="1"/>
          <p:nvPr/>
        </p:nvSpPr>
        <p:spPr>
          <a:xfrm>
            <a:off x="1571625" y="3009863"/>
            <a:ext cx="571500" cy="1500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9CA3AF"/>
                </a:solidFill>
                <a:latin typeface="Calibri"/>
              </a:rPr>
              <a:t>16.04.2026</a:t>
            </a:r>
          </a:p>
        </p:txBody>
      </p:sp>
      <p:sp>
        <p:nvSpPr>
          <p:cNvPr id="15" name="!!tl_dot_3"/>
          <p:cNvSpPr/>
          <p:nvPr/>
        </p:nvSpPr>
        <p:spPr>
          <a:xfrm>
            <a:off x="2724150" y="2819400"/>
            <a:ext cx="76200" cy="762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lbl_3_s8"/>
          <p:cNvSpPr txBox="1"/>
          <p:nvPr/>
        </p:nvSpPr>
        <p:spPr>
          <a:xfrm>
            <a:off x="2476500" y="3009863"/>
            <a:ext cx="571500" cy="1500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9CA3AF"/>
                </a:solidFill>
                <a:latin typeface="Calibri"/>
              </a:rPr>
              <a:t>30.04.2026</a:t>
            </a:r>
          </a:p>
        </p:txBody>
      </p:sp>
      <p:sp>
        <p:nvSpPr>
          <p:cNvPr id="17" name="!!tl_dot_4"/>
          <p:cNvSpPr/>
          <p:nvPr/>
        </p:nvSpPr>
        <p:spPr>
          <a:xfrm>
            <a:off x="3629025" y="2819400"/>
            <a:ext cx="76200" cy="762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lbl_4_s8"/>
          <p:cNvSpPr txBox="1"/>
          <p:nvPr/>
        </p:nvSpPr>
        <p:spPr>
          <a:xfrm>
            <a:off x="3381375" y="3009863"/>
            <a:ext cx="571500" cy="1500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9CA3AF"/>
                </a:solidFill>
                <a:latin typeface="Calibri"/>
              </a:rPr>
              <a:t>~21.05.2026</a:t>
            </a:r>
          </a:p>
        </p:txBody>
      </p:sp>
      <p:sp>
        <p:nvSpPr>
          <p:cNvPr id="19" name="!!tl_dot_5"/>
          <p:cNvSpPr/>
          <p:nvPr/>
        </p:nvSpPr>
        <p:spPr>
          <a:xfrm>
            <a:off x="4533900" y="2819400"/>
            <a:ext cx="76200" cy="762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lbl_5_s8"/>
          <p:cNvSpPr txBox="1"/>
          <p:nvPr/>
        </p:nvSpPr>
        <p:spPr>
          <a:xfrm>
            <a:off x="4286250" y="3009863"/>
            <a:ext cx="571500" cy="1500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9CA3AF"/>
                </a:solidFill>
                <a:latin typeface="Calibri"/>
              </a:rPr>
              <a:t>18.06.2026</a:t>
            </a:r>
          </a:p>
        </p:txBody>
      </p:sp>
      <p:sp>
        <p:nvSpPr>
          <p:cNvPr id="21" name="!!tl_dot_6"/>
          <p:cNvSpPr/>
          <p:nvPr/>
        </p:nvSpPr>
        <p:spPr>
          <a:xfrm>
            <a:off x="5438775" y="2819400"/>
            <a:ext cx="76200" cy="762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lbl_6_s8"/>
          <p:cNvSpPr txBox="1"/>
          <p:nvPr/>
        </p:nvSpPr>
        <p:spPr>
          <a:xfrm>
            <a:off x="5191125" y="3009863"/>
            <a:ext cx="571500" cy="1500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9CA3AF"/>
                </a:solidFill>
                <a:latin typeface="Calibri"/>
              </a:rPr>
              <a:t>25.06.2026</a:t>
            </a:r>
          </a:p>
        </p:txBody>
      </p:sp>
      <p:sp>
        <p:nvSpPr>
          <p:cNvPr id="23" name="!!tl_dot_7"/>
          <p:cNvSpPr/>
          <p:nvPr/>
        </p:nvSpPr>
        <p:spPr>
          <a:xfrm>
            <a:off x="6343650" y="2819400"/>
            <a:ext cx="76200" cy="762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lbl_7_s8"/>
          <p:cNvSpPr txBox="1"/>
          <p:nvPr/>
        </p:nvSpPr>
        <p:spPr>
          <a:xfrm>
            <a:off x="6096000" y="3009863"/>
            <a:ext cx="571500" cy="1500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9CA3AF"/>
                </a:solidFill>
                <a:latin typeface="Calibri"/>
              </a:rPr>
              <a:t>09.07.2026</a:t>
            </a:r>
          </a:p>
        </p:txBody>
      </p:sp>
      <p:sp>
        <p:nvSpPr>
          <p:cNvPr id="25" name="!!tl_dot_8"/>
          <p:cNvSpPr/>
          <p:nvPr/>
        </p:nvSpPr>
        <p:spPr>
          <a:xfrm>
            <a:off x="7248525" y="2819400"/>
            <a:ext cx="76200" cy="762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lbl_8_s8"/>
          <p:cNvSpPr txBox="1"/>
          <p:nvPr/>
        </p:nvSpPr>
        <p:spPr>
          <a:xfrm>
            <a:off x="7000875" y="3009863"/>
            <a:ext cx="571500" cy="1500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9CA3AF"/>
                </a:solidFill>
                <a:latin typeface="Calibri"/>
              </a:rPr>
              <a:t>16.07.2026</a:t>
            </a:r>
          </a:p>
        </p:txBody>
      </p:sp>
      <p:sp>
        <p:nvSpPr>
          <p:cNvPr id="27" name="!!tl_dot_9"/>
          <p:cNvSpPr/>
          <p:nvPr/>
        </p:nvSpPr>
        <p:spPr>
          <a:xfrm>
            <a:off x="8124825" y="2790825"/>
            <a:ext cx="133350" cy="133350"/>
          </a:xfrm>
          <a:prstGeom prst="ellipse">
            <a:avLst/>
          </a:prstGeom>
          <a:solidFill>
            <a:srgbClr val="3257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lbl_9_s8"/>
          <p:cNvSpPr txBox="1"/>
          <p:nvPr/>
        </p:nvSpPr>
        <p:spPr>
          <a:xfrm>
            <a:off x="7905750" y="3009863"/>
            <a:ext cx="571500" cy="1500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F2023"/>
                </a:solidFill>
                <a:latin typeface="Calibri"/>
              </a:rPr>
              <a:t>20.07.2026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SVSTemplate2023">
      <a:dk1>
        <a:srgbClr val="000000"/>
      </a:dk1>
      <a:lt1>
        <a:srgbClr val="FFFFFF"/>
      </a:lt1>
      <a:dk2>
        <a:srgbClr val="325786"/>
      </a:dk2>
      <a:lt2>
        <a:srgbClr val="B2B2B2"/>
      </a:lt2>
      <a:accent1>
        <a:srgbClr val="99CCFF"/>
      </a:accent1>
      <a:accent2>
        <a:srgbClr val="C1212A"/>
      </a:accent2>
      <a:accent3>
        <a:srgbClr val="9BBB59"/>
      </a:accent3>
      <a:accent4>
        <a:srgbClr val="8064A2"/>
      </a:accent4>
      <a:accent5>
        <a:srgbClr val="C9E1FF"/>
      </a:accent5>
      <a:accent6>
        <a:srgbClr val="F79646"/>
      </a:accent6>
      <a:hlink>
        <a:srgbClr val="335786"/>
      </a:hlink>
      <a:folHlink>
        <a:srgbClr val="335786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ONLYOFFICE/9.4.0.129</Application>
  <PresentationFormat>On-screen Show (4:3)</PresentationFormat>
  <Paragraphs>0</Paragraphs>
  <Slides>13</Slides>
  <Notes>13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/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Navigating the Privacy-Robustness-Performance Trilemma</dc:title>
  <dc:creator>Rebekka Schnoor;Jonas Müller</dc:creator>
  <cp:lastModifiedBy/>
  <cp:revision>1031</cp:revision>
  <dcterms:created xsi:type="dcterms:W3CDTF">2017-06-05T14:10:58Z</dcterms:created>
  <dcterms:modified xsi:type="dcterms:W3CDTF">2026-07-15T19:19:40Z</dcterms:modified>
</cp:coreProperties>
</file>