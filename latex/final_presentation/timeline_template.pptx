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524000" y="3826929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1676400" y="3884079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4374431"/>
            <a:ext cx="16764000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Founded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24000" y="4929188"/>
            <a:ext cx="115252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as a three-person team building the first version of the product.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1771613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24363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0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451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11088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306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5695838"/>
            <a:ext cx="2895451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7250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0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451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11088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306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24000" y="6667500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1676400" y="6724650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4000" y="7215001"/>
            <a:ext cx="16764000" cy="876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14"/>
              </a:lnSpc>
              <a:buNone/>
            </a:pPr>
            <a:r>
              <a:rPr lang="en-US" sz="66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524000" y="8129364"/>
            <a:ext cx="16764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raised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24000" y="8534177"/>
            <a:ext cx="10477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early investors who believed in the vision.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524000" y="314325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2221557" y="4077891"/>
            <a:ext cx="184338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DAY PHOTO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43500" y="3869717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/>
          <p:nvPr/>
        </p:nvSpPr>
        <p:spPr>
          <a:xfrm>
            <a:off x="5295900" y="3926867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43500" y="4417219"/>
            <a:ext cx="545157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43500" y="4953000"/>
            <a:ext cx="5451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after 18 months in private beta.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1905000" y="5695838"/>
            <a:ext cx="5791088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24363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62701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451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411088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306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3" name="Text 21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5695838"/>
            <a:ext cx="8686726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24363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9" name="Text 7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0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58338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11088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306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24000" y="6667500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1676400" y="6724650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4000" y="7215001"/>
            <a:ext cx="16764000" cy="876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14"/>
              </a:lnSpc>
              <a:buNone/>
            </a:pPr>
            <a:r>
              <a:rPr lang="en-US" sz="66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524000" y="8129364"/>
            <a:ext cx="16764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24000" y="8534177"/>
            <a:ext cx="10477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Crossed fifty thousand monthly active users.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524000" y="3826929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1676400" y="3884079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4374431"/>
            <a:ext cx="16764000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24000" y="4929188"/>
            <a:ext cx="115252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a $14M Series A to expand the team and roadmap.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1905000" y="5695838"/>
            <a:ext cx="11582363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24363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0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15451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53976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306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since launch — replace with your own dates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726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24363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9" name="Text 7"/>
          <p:cNvSpPr/>
          <p:nvPr/>
        </p:nvSpPr>
        <p:spPr>
          <a:xfrm>
            <a:off x="4190851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0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488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451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9982126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411088" y="5638726"/>
            <a:ext cx="152363" cy="152363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77763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249613" y="5581613"/>
            <a:ext cx="338026" cy="338026"/>
          </a:xfrm>
          <a:prstGeom prst="ellipse">
            <a:avLst/>
          </a:prstGeom>
          <a:solidFill>
            <a:srgbClr val="245C9E"/>
          </a:solidFill>
          <a:ln w="35719">
            <a:solidFill>
              <a:srgbClr val="245C9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73400" y="6019726"/>
            <a:ext cx="1219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-914400" y="6400726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9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24000" y="6667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500" y="7602141"/>
            <a:ext cx="299550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PHOTO — BERLIN OFFICE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43500" y="6667500"/>
            <a:ext cx="813346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5295900" y="6724650"/>
            <a:ext cx="584746" cy="299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43500" y="7215001"/>
            <a:ext cx="537074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143500" y="7750783"/>
            <a:ext cx="53707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our first international office in Berlin.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2026-07-14T22:29:21Z</dcterms:created>
  <dcterms:modified xsi:type="dcterms:W3CDTF">2026-07-14T22:29:21Z</dcterms:modified>
</cp:coreProperties>
</file>